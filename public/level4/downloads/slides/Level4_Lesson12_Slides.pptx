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87" r:id="rId33"/>
    <p:sldId id="888" r:id="rId34"/>
    <p:sldId id="889" r:id="rId35"/>
    <p:sldId id="890" r:id="rId36"/>
    <p:sldId id="891" r:id="rId31"/>
    <p:sldId id="892" r:id="rId30"/>
    <p:sldId id="893" r:id="rId29"/>
    <p:sldId id="894" r:id="rId28"/>
    <p:sldId id="895" r:id="rId27"/>
    <p:sldId id="896" r:id="rId20"/>
    <p:sldId id="897" r:id="rId18"/>
    <p:sldId id="898" r:id="rId17"/>
    <p:sldId id="899" r:id="rId16"/>
    <p:sldId id="900" r:id="rId14"/>
    <p:sldId id="901" r:id="rId13"/>
    <p:sldId id="902" r:id="rId12"/>
    <p:sldId id="903" r:id="rId11"/>
    <p:sldId id="904" r:id="rId10"/>
    <p:sldId id="905" r:id="rId8"/>
    <p:sldId id="906" r:id="rId7"/>
    <p:sldId id="907" r:id="rId6"/>
    <p:sldId id="908" r:id="rId5"/>
    <p:sldId id="909" r:id="rId4"/>
    <p:sldId id="910" r:id="rId3"/>
    <p:sldId id="911" r:id="rId57"/>
    <p:sldId id="91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1:56)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is one warning sign of a scam, and what should you do? Example on the board: A caller who asks for gift cards is a warning sign. You should hang up and call the real company. Don't pay, because real companies don't take gift cards.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don't trust / a caller / ask for gift cards (who) → Don't trust a caller who asks for gift cards.). Say: "About 15–20 minutes. Finish your Read &amp; Write writing at home."</a:t>
            </a:r>
          </a:p>
          <a:p>
            <a:r>
              <a:t>Homework items: 1. Write the sentence. Use who or that. • 2. Finish your writing from Read &amp; Write C (your message). Read it one more time. Check ✓ the list in D. • 3. Write 3 warning signs of a scam. What should you do? • 4. Review (Lesson 11). Write one word.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consumer tips flyer + a sample scam text · 10 min. Pairs read, then individual writing.</a:t>
            </a:r>
          </a:p>
          <a:p>
            <a:r>
              <a:t>Read (4 min): Learners read the invented flyer and the sample text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No. Most are real. • 2 No, they don't. • 3 Stop. Don't answer or click right away. • 4 The number on your real bill or card. • 5 It asks for your PIN, and it says you must hurry (30 minutes).</a:t>
            </a:r>
          </a:p>
          <a:p>
            <a:r>
              <a:t>Write (5 min): Learners write a message (5–8 sentences) to a family member about a scam text, with that / who and Don't…. Show the example.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Safe Answer (pairs). A is a caller with a pushy (but polite) card. B gives a safe answer. Switch. Each click shows the next step.</a:t>
            </a:r>
          </a:p>
          <a:p>
            <a:r>
              <a:t>15 learners: pairs; then groups of 4 to compare; then pairs. 7–8 learners: pairs; then one group to compare. 5 or fewer: the whole group sorts together; then pairs.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Safe Answer.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Real or Scam? + Safe Answer · 15 min.</a:t>
            </a:r>
          </a:p>
          <a:p>
            <a:r>
              <a:t>Model it first (1 min): read card 1: "Your package is late. Click this link and pay $2.99 today." Say, "I think it's probably a scam. It's a text that has a strange link, and it asks for money today." Then model a safe answer: a learner reads caller card 1, and you say calmly, "I don't give information on the phone. I'll call the number on my card. Goodbye."</a:t>
            </a:r>
          </a:p>
          <a:p>
            <a:r>
              <a:t>Round 1 (7 min): Real or Scam? (pairs). Pairs sort the 10 invented message cards into probably real and probably a scam and explain with It's a text that… / It's from someone who… Then they compare with another pair. Each click shows the next step.</a:t>
            </a:r>
          </a:p>
          <a:p>
            <a:r>
              <a:t>15 learners: pairs; then groups of 4 to compare; then pairs. 7–8 learners: pairs; then one group to compare. 5 or fewer: the whole group sorts together; then pairs.</a:t>
            </a:r>
          </a:p>
          <a:p>
            <a:r>
              <a:t>Lesson plan: Step 5; Talk Time: Real or Scam?.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"What's a gift card scam?" B answers with who / that: "It's a call that asks you to pay with gift cards."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It's a trick that takes your money. • Don't trust a caller who asks for gift cards. • Stop. Don't pay. Check. Tell someone.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that, 2 who, 3 who called, 4 that, 5 should, 6 Hang up.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that, 2 who, 3 that, 4 anyone, 5 something, 6 mustn't.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4 steps. Each click shows the answer side of one row.</a:t>
            </a:r>
          </a:p>
          <a:p>
            <a:r>
              <a:t>Questions and answers (2 min): Q: who or that? A: who for people, that for things. that is OK for people too: a man who called / a text that came. • Q: a man who he called or a man who called? A: a man who called. Don't add he or it after who / that. • Q: Are all calls and texts scams? A: No. Most calls and texts are real. A few are scams. Stop, check, and ask.</a:t>
            </a:r>
          </a:p>
          <a:p>
            <a:r>
              <a:t>Check questions: "who or that for a text?" (that) • "a man who he called or a man who called?" (a man who called) • "Are most calls scams?" (no, most are real).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never… anyone, must / should.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what to do: Hang up on a caller who asks for gift cards. Each click shows the answer side of one row.</a:t>
            </a:r>
          </a:p>
          <a:p>
            <a:r>
              <a:t>Rule of thumb (read it aloud): who for people; that for things (and also people). The who / that part tells you which person or thing. Don't add he / it after it: a man who called (not a man who he called).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hold up your phone and say, "This morning I got a text. The text said I won a prize. → I got a text that said I won a prize." Then: "A man called. The man wanted my PIN. → A man who called wanted my PIN." Write: who = people, that = things (and people). Cross out a man who he called.</a:t>
            </a:r>
          </a:p>
          <a:p>
            <a:r>
              <a:t>Box 1: read across: What's a scam? → It's a trick that takes your money.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line. gonna = going to: "We're gonna turn off your power." Then practice the weak that (it sounds like "thut"): a text that asks. Stress the key words: NEVER, GIFT cards. Practice a calm, firm voice: No, thank you. Goodbye. The class repeats the two lines twice.</a:t>
            </a:r>
          </a:p>
          <a:p>
            <a:r>
              <a:t>Reductions: the listening has gonna. Learners need to understand it; they can always say going to.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that, 2 who, 3 that, 4 who, 5 that, 6 who.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today • 2 gift cards • 3 Don't tell anyone. • 4 one hour • 5 hung up • 6 fine.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(Yes, it was a scam.).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"Mrs. Lopez gets a phone call from a man who says he's from the electric company. Later, she talks to her son, Daniel. Listen: was it a scam?"</a:t>
            </a:r>
          </a:p>
          <a:p>
            <a:r>
              <a:t>There are 3 people: Caller, Mrs. Lopez and Daniel. A narrator starts and ends the listening. Each click highlights the next person.</a:t>
            </a:r>
          </a:p>
          <a:p>
            <a:r>
              <a:t>The audio (about 1:56)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Say gonna and wanna where the script has them.</a:t>
            </a:r>
          </a:p>
          <a:p>
            <a:r>
              <a:t>Audio: the listening audio for this lesson (about 1:56)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twelve. Mrs. Lopez gets a phone call. Later, she talks to her son, Daniel.</a:t>
            </a:r>
          </a:p>
          <a:p>
            <a:r>
              <a:t>Caller: Hello, is this Mrs. Lopez? This is Mike from the electric company. Your bill is late. You must pay today, or we're gonna turn off your power in one hour.</a:t>
            </a:r>
          </a:p>
          <a:p>
            <a:r>
              <a:t>Mrs. Lopez: What? My bill is late? I paid it last week.</a:t>
            </a:r>
          </a:p>
          <a:p>
            <a:r>
              <a:t>Caller: No, ma'am. You owe two hundred dollars. Go to the store and buy gift cards. Then call me back and read me the numbers.</a:t>
            </a:r>
          </a:p>
          <a:p>
            <a:r>
              <a:t>Mrs. Lopez: Gift cards? That's strange.</a:t>
            </a:r>
          </a:p>
          <a:p>
            <a:r>
              <a:t>Caller: Please hurry. This is your last chance. Don't tell anyone.</a:t>
            </a:r>
          </a:p>
          <a:p>
            <a:r>
              <a:t>Mrs. Lopez: No, thank you. I'm going to call the number that is on my real bill. Goodbye.</a:t>
            </a:r>
          </a:p>
          <a:p>
            <a:r>
              <a:t>Daniel: Hi, Mom. You look worried. What's wrong?</a:t>
            </a:r>
          </a:p>
          <a:p>
            <a:r>
              <a:t>Mrs. Lopez: The man who called me knew my name. He said he was from the electric company. He wanted me to pay with gift cards.</a:t>
            </a:r>
          </a:p>
          <a:p>
            <a:r>
              <a:t>Daniel: Gift cards? That's a warning sign. A company that asks for gift cards is a scam. What did you do?</a:t>
            </a:r>
          </a:p>
          <a:p>
            <a:r>
              <a:t>Mrs. Lopez: I said no, and I hung up.</a:t>
            </a:r>
          </a:p>
          <a:p>
            <a:r>
              <a:t>Daniel: Good! You did the right thing. Scammers are people who want your money. Did you give him any information?</a:t>
            </a:r>
          </a:p>
          <a:p>
            <a:r>
              <a:t>Mrs. Lopez: No. I didn't tell him anything.</a:t>
            </a:r>
          </a:p>
          <a:p>
            <a:r>
              <a:t>Daniel: Great. Let's check your account on the City Power website. OK, here it is. Your account is fine. You don't owe any money.</a:t>
            </a:r>
          </a:p>
          <a:p>
            <a:r>
              <a:t>Mrs. Lopez: Oh, good. I'm glad I didn't pay.</a:t>
            </a:r>
          </a:p>
          <a:p>
            <a:r>
              <a:t>Daniel: Me too. Next time, you can block the number. Be careful with texts that ask for your password, too. And never trust a caller who tells you to hurry.</a:t>
            </a:r>
          </a:p>
          <a:p>
            <a:r>
              <a:t>Mrs. Lopez: You're right. Thanks, Daniel.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fake message real or not real?" (not real) • 2. "Do you give your PIN to a caller or to nobody?" (nobody) • 3. "When a call is suspicious, do you hang up or pay?" (hang up)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"What's a fake prize?" B answers with who / that: "It's a message that says you won, but you must pay."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scam (a trick that takes your money); warning sign (something that tells you to be careful); suspicious (strange, maybe not true); fake (not real); official (real, from the company); gift card; prize; link (you click it in a text or email); PIN (your secret number); hang up (end the call); block (a number); trust.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"Is It a Scam?" Say: "Consumer protection, calm and practical: recognizing common scams by phone, text, and email (a fake prize, a fake bank text, a fake "pay your bill today" call, payment with gift cards) and what to do: stop, don't pay, check with the real company, and tell someone. Learners describe people and messages with who / that. All messages, names, and numbers are invented."</a:t>
            </a:r>
          </a:p>
          <a:p>
            <a:r>
              <a:t>Read the three lines under "Today you will".</a:t>
            </a:r>
          </a:p>
          <a:p>
            <a:r>
              <a:t>Keep it calm and practical: "Most calls and texts are real. A few are scams. Stop, check, and ask." No scary stories.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to + verb (why); enjoy + -ing</a:t>
            </a:r>
          </a:p>
          <a:p>
            <a:r>
              <a:t>Model with one learner: you say, "Where would you like to go on a trip?" The learner answers with to + verb (I'd like to go to Chicago to see the lake.). Then you ask, "What do you enjoy doing there?"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(to / -ing) and read their trip plan (item 3) to each other. Then they fill in the box on the Opening Talk page. Walk around. Write 2 common errors on the board (often for see (→ to see) and enjoy to travel (→ enjoy traveling))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cam: a fishing pole and flying mon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a Scam?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a person or a message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4 warning signs of a scam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to do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a person or a message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/ that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caller who asks for gift cards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name 4 warning signs of a scam.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to do with a suspicious call or text (stop, don't pay, check, tell someone).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safe answer on the phone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give information on the phone. Goodbye.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message (5–8 sentences) to warn a family member about a scam.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Warning sign: a warning 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What do you enjoy doing there?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 doing on the weekend?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 people take time off?</a:t>
            </a:r>
            <a:endParaRPr lang="en-US" sz="20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need to pack for a short trip?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11,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cam: a fishing pole and flying mone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scam</a:t>
            </a:r>
            <a:endParaRPr lang="en-US" sz="2000" dirty="0" b="1"/>
          </a:p>
        </p:txBody>
      </p:sp>
      <p:pic>
        <p:nvPicPr>
          <p:cNvPr id="19" name="Word picture 2" descr="Warning sign: a warning triang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warning sign</a:t>
            </a:r>
            <a:endParaRPr lang="en-US" sz="2000" dirty="0" b="1"/>
          </a:p>
        </p:txBody>
      </p:sp>
      <p:pic>
        <p:nvPicPr>
          <p:cNvPr id="21" name="Word picture 3" descr="Suspicious: a thinking face and a pho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suspicious</a:t>
            </a:r>
            <a:endParaRPr lang="en-US" sz="2000" dirty="0" b="1"/>
          </a:p>
        </p:txBody>
      </p:sp>
      <p:pic>
        <p:nvPicPr>
          <p:cNvPr id="23" name="Word picture 4" descr="Fake: a dollar bill and a red X [sign: FAK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fake</a:t>
            </a:r>
            <a:endParaRPr lang="en-US" sz="2000" dirty="0" b="1"/>
          </a:p>
        </p:txBody>
      </p:sp>
      <p:pic>
        <p:nvPicPr>
          <p:cNvPr id="25" name="Word picture 5" descr="Official: an official building and a check mar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official</a:t>
            </a:r>
            <a:endParaRPr lang="en-US" sz="2000" dirty="0" b="1"/>
          </a:p>
        </p:txBody>
      </p:sp>
      <p:pic>
        <p:nvPicPr>
          <p:cNvPr id="27" name="Word picture 6" descr="Gift card: a gift and a car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gift card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or that?</a:t>
            </a:r>
            <a:endParaRPr lang="en-US" sz="2200" dirty="0" b="1"/>
          </a:p>
        </p:txBody>
      </p:sp>
      <p:pic>
        <p:nvPicPr>
          <p:cNvPr id="17" name="Word picture 1" descr="Prize: a trophy and a party popp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prize</a:t>
            </a:r>
            <a:endParaRPr lang="en-US" sz="2000" dirty="0" b="1"/>
          </a:p>
        </p:txBody>
      </p:sp>
      <p:pic>
        <p:nvPicPr>
          <p:cNvPr id="19" name="Word picture 2" descr="Link: a phone and a lin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link</a:t>
            </a:r>
            <a:endParaRPr lang="en-US" sz="2000" dirty="0" b="1"/>
          </a:p>
        </p:txBody>
      </p:sp>
      <p:pic>
        <p:nvPicPr>
          <p:cNvPr id="21" name="Word picture 3" descr="PIN: a card and number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PIN</a:t>
            </a:r>
            <a:endParaRPr lang="en-US" sz="2000" dirty="0" b="1"/>
          </a:p>
        </p:txBody>
      </p:sp>
      <p:pic>
        <p:nvPicPr>
          <p:cNvPr id="23" name="Word picture 4" descr="Hang up: a phone and a waving ha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hang up</a:t>
            </a:r>
            <a:endParaRPr lang="en-US" sz="2000" dirty="0" b="1"/>
          </a:p>
        </p:txBody>
      </p:sp>
      <p:pic>
        <p:nvPicPr>
          <p:cNvPr id="25" name="Word picture 5" descr="Block (a number): a phone and a no sig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block (a number)</a:t>
            </a:r>
            <a:endParaRPr lang="en-US" sz="1800" dirty="0" b="1"/>
          </a:p>
        </p:txBody>
      </p:sp>
      <p:pic>
        <p:nvPicPr>
          <p:cNvPr id="27" name="Word picture 6" descr="Trust: a handshake and a check mar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trust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fake message real or not real?</a:t>
            </a:r>
            <a:endParaRPr lang="en-US" sz="1600" dirty="0" b="1"/>
          </a:p>
        </p:txBody>
      </p:sp>
      <p:pic>
        <p:nvPicPr>
          <p:cNvPr id="101" name="R1 pic" descr="Fake: a dollar bill and a red X [sign: FAKE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give your PIN to a caller or to nobody?</a:t>
            </a:r>
            <a:endParaRPr lang="en-US" sz="1600" dirty="0" b="1"/>
          </a:p>
        </p:txBody>
      </p:sp>
      <p:pic>
        <p:nvPicPr>
          <p:cNvPr id="102" name="R2 pic" descr="PIN: a card and numb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a call is suspicious, do you hang up or pay?</a:t>
            </a:r>
            <a:endParaRPr lang="en-US" sz="1600" dirty="0" b="1"/>
          </a:p>
        </p:txBody>
      </p:sp>
      <p:pic>
        <p:nvPicPr>
          <p:cNvPr id="103" name="R3 pic" descr="Suspicious: a thinking face and a pho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real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nobody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 gets a phone call from a man who says he's from the electric company. Later, she talks to her son, Daniel.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Gift card: a gift and a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a scam?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1:56):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Was it a scam?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Yes, it was a scam.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No, the bill was really late.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We don't know.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warning signs did you hear?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The caller said she must pay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month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He wanted her to pay with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gift cards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check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He said, " ____"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tell anyone.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your son.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He said they would turn off her power in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hour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week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Mrs. Lopez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hung up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paid $200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Her real account is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fine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call the number ____ is on my real bill.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____ called me knew my name.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company ____ asks for gift cards is a scam.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Scammers are people ____ want your money.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careful with texts ____ ask for your password, too.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trust a caller ____ tells you to hurry.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weak that,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will hear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calm, firm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voice.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turn off your power.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asks ("thut")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GIFT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cards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thank you. Goodbye.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rize: a trophy and a party pop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describing with who / that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scam?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trick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takes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money.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called you?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man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said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 was from the bank.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warning sign?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something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tells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to be careful.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Link: a phone and a 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to do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text that wants my PIN?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answer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texts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ask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your PIN.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caller who wants gift cards?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a caller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asks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gift cards.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 I trust?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the company at the number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 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your card.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IN: a card and numb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anyone, something, must, should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Never… anyone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anyone.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something…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something sounds too good to be true, it probably is.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 / should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mustn't share your password. You should tell someone you trust.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ang up: a phone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steps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TO DO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answer or click right away.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pay.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pay with gift cards.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the number on your real bill or card.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someone.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a family member or friend you trust.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scam is a trick ____ takes your money.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____ asks for gift cards.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careful with links ____ look strange.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____.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____ sounds too good to be true, it probably is.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something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____ share your password. (must / mustn't)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I got a text ____ said I won a prize.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The woman ____ called was from my bank.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 man ____ asked for my PIN.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called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he called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Don't click on links ____ look strange.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You ____ tell someone you trust.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____ if the caller is pushy.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up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Hang on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lock (a number): a phone and a no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who he called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who called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who said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text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said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nobody.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Never give your PIN to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anyone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asks for money.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trust a caller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asks for money.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to call the bank.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call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bank.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Trust: a handshake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who / that.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What's a gift card scam?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a call that asks you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pay with gift cards.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Warning sign: a warning 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 or Scam?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10 messages.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10 invented messages.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 1 is probably a scam.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real or probably a scam?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text that has a strange link…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why.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text that… • It's from someone who…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Hang up: a phone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 Answer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a caller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caller: read a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Please tell me your PIN.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gives a safe answer.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give information on the phone.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thank you. Goodbye.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RIVERSIDE COMMUNITY OFFICE · A flyer + a sample text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most calls and texts scams?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Most are real.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real companies take gift cards for bills?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don't.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first step?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Stop. Don't answer or click right away.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number should you call to check?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number on your real bill or card.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two warning signs in the sample text?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asks for your PIN, and it says you must hurry (30 minutes).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Fake: a dollar bill and a red X [sign: FAK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scam, and what should you do?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 warning sign, with who or that.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to do.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message).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warning signs of a scam.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11).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fficial: an official building and a 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a person or a message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4 warning signs of a scam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to do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Mrs. Lopez, Daniel, Mike, and Ana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12: Is It a Scam?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