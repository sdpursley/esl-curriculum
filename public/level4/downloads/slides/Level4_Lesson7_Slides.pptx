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757" r:id="rId32"/>
    <p:sldId id="758" r:id="rId21"/>
    <p:sldId id="759" r:id="rId19"/>
    <p:sldId id="760" r:id="rId15"/>
    <p:sldId id="761" r:id="rId37"/>
    <p:sldId id="762" r:id="rId38"/>
    <p:sldId id="763" r:id="rId39"/>
    <p:sldId id="764" r:id="rId40"/>
    <p:sldId id="765" r:id="rId41"/>
    <p:sldId id="766" r:id="rId42"/>
    <p:sldId id="767" r:id="rId43"/>
    <p:sldId id="768" r:id="rId44"/>
    <p:sldId id="769" r:id="rId45"/>
    <p:sldId id="770" r:id="rId46"/>
    <p:sldId id="771" r:id="rId47"/>
    <p:sldId id="772" r:id="rId48"/>
    <p:sldId id="773" r:id="rId49"/>
    <p:sldId id="774" r:id="rId50"/>
    <p:sldId id="775" r:id="rId51"/>
    <p:sldId id="776" r:id="rId52"/>
    <p:sldId id="777" r:id="rId53"/>
    <p:sldId id="778" r:id="rId54"/>
    <p:sldId id="779" r:id="rId55"/>
    <p:sldId id="780" r:id="rId56"/>
    <p:sldId id="781" r:id="rId9"/>
    <p:sldId id="78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(If I had…, I'd…) and read their 3 dreams (item 3) to each other. Then they fill in the box on the Opening Talk page. Walk around. Write 2 common errors on the board (often If I would have time… (→ If I had time…) and If I found $50, I will… (→ I'd…))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imaginary situations: What would you do if…? / If I had…, I'd…</a:t>
            </a:r>
          </a:p>
          <a:p>
            <a:r>
              <a:t>Model with one learner: you say, "What would you do if you found $50 at work?" The learner answers with If I found…, I'd… Then you ask, "Why?"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"Too Early or On Time?" Say: "Expectations at work and in the community: being on time, dress codes and safety rules, invitations (RSVP, what to bring), and comparing customs respectfully. Learners use too and enough, too much / too many, and must / mustn't / don't have to. The company, the rules, and the people are invented."</a:t>
            </a:r>
          </a:p>
          <a:p>
            <a:r>
              <a:t>Read the three lines under "Today you will".</a:t>
            </a:r>
          </a:p>
          <a:p>
            <a:r>
              <a:t>Describe, don't judge: customs vary inside every country, including the U.S., and inside every family. No place is "better." Model It's different and I like both.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on time, early, late (draw a clock: 6:50, 7:00, 7:20); dress code (the rules about clothes); uniform; casual (T-shirt, jeans) vs. formal (a shirt and tie); closed-toe shoes (point to a sneaker, then mime a sandal: "no"); name badge; invitation (a party card); RSVP (tell the host "yes" or "no"); host (the person who has the party).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"Are sandals OK for the kitchen?" B answers with too or enough and a rule: "No, they aren't safe enough. You must wear closed-toe shoes."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T-shirt casual or formal?" (casual) • 2. "Are sandals closed-toe shoes?" (no) • 3. "If an invitation says RSVP by Friday, what do you do?" (tell the host by Friday)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"It's Nadia's first week at a bakery. She asks her coworker, Carmen, about the rules. Then the supervisor, Mr. Brooks, comes in. Listen: what are they talking about?"</a:t>
            </a:r>
          </a:p>
          <a:p>
            <a:r>
              <a:t>There are 3 people: Nadia, Carmen and Mr. Brooks. A narrator starts and ends the listening. Each click highlights the next person.</a:t>
            </a:r>
          </a:p>
          <a:p>
            <a:r>
              <a:t>The audio (about 1:50)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the listening audio for this lesson (about 1:50)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seven. It's Nadia's first week at a bakery. She asks her coworker, Carmen, some questions.</a:t>
            </a:r>
          </a:p>
          <a:p>
            <a:r>
              <a:t>Nadia: Carmen, can I ask you a few questions? I'm still learning the rules.</a:t>
            </a:r>
          </a:p>
          <a:p>
            <a:r>
              <a:t>Carmen: Sure, Nadia. What do you want to know?</a:t>
            </a:r>
          </a:p>
          <a:p>
            <a:r>
              <a:t>Nadia: My shift starts at seven. Is six fifty-five early enough?</a:t>
            </a:r>
          </a:p>
          <a:p>
            <a:r>
              <a:t>Carmen: Yes, that's perfect. Here, on time means five minutes early. Seven ten is too late.</a:t>
            </a:r>
          </a:p>
          <a:p>
            <a:r>
              <a:t>Nadia: OK. And what about the uniform? Do I have to wear the hat?</a:t>
            </a:r>
          </a:p>
          <a:p>
            <a:r>
              <a:t>Carmen: Yes, you must wear the hat and the apron in the kitchen. But you don't have to wear them in the break room.</a:t>
            </a:r>
          </a:p>
          <a:p>
            <a:r>
              <a:t>Nadia: Got it. What about my phone?</a:t>
            </a:r>
          </a:p>
          <a:p>
            <a:r>
              <a:t>Carmen: You mustn't use your phone in the kitchen. You can use it on your break.</a:t>
            </a:r>
          </a:p>
          <a:p>
            <a:r>
              <a:t>Nadia: And are these shoes OK? They're new.</a:t>
            </a:r>
          </a:p>
          <a:p>
            <a:r>
              <a:t>Carmen: Hmm, those are sandals. They aren't safe enough for the kitchen.</a:t>
            </a:r>
          </a:p>
          <a:p>
            <a:r>
              <a:t>Mr. Brooks: Carmen's right. Good morning, Nadia. I'm Mr. Brooks, the supervisor. You must wear closed-toe shoes. The trays are too hot, and the floor is sometimes wet.</a:t>
            </a:r>
          </a:p>
          <a:p>
            <a:r>
              <a:t>Nadia: I'm sorry. I didn't know. I'm going to buy some today.</a:t>
            </a:r>
          </a:p>
          <a:p>
            <a:r>
              <a:t>Mr. Brooks: That's OK. For today, there are extra shoes in the office. Maybe they're too big, but they're safe.</a:t>
            </a:r>
          </a:p>
          <a:p>
            <a:r>
              <a:t>Nadia: Thank you. Is there anything else?</a:t>
            </a:r>
          </a:p>
          <a:p>
            <a:r>
              <a:t>Mr. Brooks: Just one more thing. If you're going to be late, you must call me before your shift.</a:t>
            </a:r>
          </a:p>
          <a:p>
            <a:r>
              <a:t>Carmen: Don't worry, Nadia. Everyone makes mistakes in the first week. There's too much to remember!</a:t>
            </a:r>
          </a:p>
          <a:p>
            <a:r>
              <a:t>Nadia: That's true. Thanks, both of you.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(the rules at work).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five minutes early • 2 must • 3 don't have to • 4 mustn't • 5 must • 6 call Mr. Brooks.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enough, 2 too, 3 enough, 4 too, 5 too, 6 much.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"What do you want to know?" gonna = going to: "I'm going to buy some today." Then practice too / two / to (the same sound) and the stress in TOO late and not eNOUGH. The class repeats the two lines twice.</a:t>
            </a:r>
          </a:p>
          <a:p>
            <a:r>
              <a:t>Reductions: the listening says going to and want to. People often say gonna and wanna. Learners only need to recognize the short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draw a clock at 7:10. Say, "My shift starts at 7:00. 7:10 is too late." Draw 6:55: "6:55 is early enough." Write: too = more than OK (a problem); enough = OK. Then show a sandal or mime one: "In a kitchen, you must wear closed-toe shoes. You mustn't wear sandals. You don't have to wear a tie."</a:t>
            </a:r>
          </a:p>
          <a:p>
            <a:r>
              <a:t>Box 1: read across: Are jeans OK for the interview? → No, they're too casual. / They aren't formal enough.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too much / too many / enough + a noun. Each click shows the answer side of one row.</a:t>
            </a:r>
          </a:p>
          <a:p>
            <a:r>
              <a:t>Rule of thumb (read it aloud): too = more than OK (a problem). enough = OK. enough goes after an adjective (early enough) and before a noun (enough time). too many + things you can count; too much + things you can't count.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must / mustn't / don't have to.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comparing customs. Each click shows the answer side of one row.</a:t>
            </a:r>
          </a:p>
          <a:p>
            <a:r>
              <a:t>Questions and answers (2 min): Q: enough early or early enough? A: After an adjective: early enough. Before a noun: enough time. • Q: Are mustn't and don't have to the same? A: No! mustn't = don't do it (it's a rule). don't have to = not necessary (you can if you want). • Q: too much or too many? A: too many + things you can count (people, chairs). too much + things you can't count (work, time, noise).</a:t>
            </a:r>
          </a:p>
          <a:p>
            <a:r>
              <a:t>Check questions: "enough early or early enough?" (early enough) • "too much people or too many people?" (too many people) • "Is a tie a rule here?" (no) "So: You mustn't wear a tie or You don't have to wear a tie?" (don't have to).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too, 2 enough, 3 many, 4 much, 5 enough, 6 too.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mustn't, 2 don't have to, 3 early enough, 4 many, 5 enough time, 6 aren't safe enough.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"Are sandals OK for the kitchen?" B answers with too or enough and a rule with must / mustn't.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too late / early enough • too much work / too many people / enough time • must / mustn't (a rule) / don't have to (not necessary)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Customs Compare + Dress Code Check · 15 min.</a:t>
            </a:r>
          </a:p>
          <a:p>
            <a:r>
              <a:t>Model it first (1 min): read a card: "A party starts at 7:00. When do people arrive in your hometown?" Help a learner say, "In my hometown, people usually arrive at 8:00, but here many people arrive at 7:15." Say: "Describe; don't judge. No place is better."</a:t>
            </a:r>
          </a:p>
          <a:p>
            <a:r>
              <a:t>Round 1 (7 min): Customs Compare (groups). One person reads a question card. Each person answers. The group writes 2 sentences with In my hometown…, but here… No place is "better." Each click shows the next step.</a:t>
            </a:r>
          </a:p>
          <a:p>
            <a:r>
              <a:t>15 learners: 5 groups of 3 for round 1; then pairs. 7–8 learners: 2 groups for round 1; then pairs. 5 or fewer: one group for round 1; then pairs (you join if there is an odd number).</a:t>
            </a:r>
          </a:p>
          <a:p>
            <a:r>
              <a:t>Lesson plan: Step 5; Talk Time: Customs Compare.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Dress Code Check (pairs). Pairs read the rule card and the 6 workers. For each worker, they say too casual, not safe enough, or OK, and the rule with must / mustn't / don't have to. Each click shows the next step.</a:t>
            </a:r>
          </a:p>
          <a:p>
            <a:r>
              <a:t>15 learners: 5 groups of 3 for round 1; then pairs. 7–8 learners: 2 groups for round 1; then pairs. 5 or fewer: one group for round 1; then pairs (you join if there is an odd number).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Dress Code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An employee handbook page · 10 min. Pairs read, then individual writing.</a:t>
            </a:r>
          </a:p>
          <a:p>
            <a:r>
              <a:t>Read (4 min): Learners read the handbook page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5 to 10 minutes before your shift. • 2 Call your supervisor at least one hour before your shift. • 3 No. A text is not enough. • 4 No, but they must wear a name badge. • 5 In the break room.</a:t>
            </a:r>
          </a:p>
          <a:p>
            <a:r>
              <a:t>Write (5 min): Learners write "Tips for your first week" for a new coworker (5–8 sentences) with must, don't have to, too, and enough. Show the example. Writing check 2: collect this writing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is one custom here that is different from your hometown (or another place you know)? Example on the board: Here, people usually arrive on time for a doctor's appointment. In my hometown, people often arrive a little late. I like the custom here because I don't wait a long time.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6:55 / early / for a 7:00 shift? (enough) → Is 6:55 early enough for a 7:00 shift?). Say: "About 15–20 minutes. Finish your Read &amp; Write writing at home."</a:t>
            </a:r>
          </a:p>
          <a:p>
            <a:r>
              <a:t>Homework items: 1. Write the sentence. Use the words. • 2. Finish your writing from Read &amp; Write C (your tips). Read it one more time. Check ✓ the list in D. • 3. Write 3 rules from a job, a school, or a place you know. Use must, mustn't, or don't have to. Then write why. • 4. Review (Lesson 6). Write one word.</a:t>
            </a:r>
          </a:p>
          <a:p>
            <a:r>
              <a:t>Writing check 2 (Week 7): collect the first-week tips. Write one strength and one fix on each. Learners keep them in their writing folder.</a:t>
            </a:r>
          </a:p>
          <a:p>
            <a:r>
              <a:t>Week 8 is the midterm. It covers Lessons 1–7. Remind learners to bring their workbook.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1:50)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On time: an alarm clock and a check mark [sign: 7:00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Early or On Time?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too early, too late, or on time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too and enough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Explain a workplace rule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is too early, too late, or on time.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adjective and adjective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casual, safe 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 / too many / enough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 noun.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explain a workplace rule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/ mustn't / don't have 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compare customs politely and write first-week tips for a new coworker (5–8 sentences).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Early: a sunrise and an alarm clock [sign: 6:5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found $50 at work?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Would you tell anyone? What would your family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found $50 at work?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you had a free week?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had a magic wand, what would you do?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would you do if a cashier gave you too much change?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6,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On time: an alarm clock and a check mark [sign: 7:00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time</a:t>
            </a:r>
            <a:endParaRPr lang="en-US" sz="2000" dirty="0" b="1"/>
          </a:p>
        </p:txBody>
      </p:sp>
      <p:pic>
        <p:nvPicPr>
          <p:cNvPr id="19" name="Word picture 2" descr="Early: a sunrise and an alarm clock [sign: 6:50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early</a:t>
            </a:r>
            <a:endParaRPr lang="en-US" sz="2000" dirty="0" b="1"/>
          </a:p>
        </p:txBody>
      </p:sp>
      <p:pic>
        <p:nvPicPr>
          <p:cNvPr id="21" name="Word picture 3" descr="Late: a person running and an alarm clock [sign: 7:20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</a:t>
            </a:r>
            <a:endParaRPr lang="en-US" sz="2000" dirty="0" b="1"/>
          </a:p>
        </p:txBody>
      </p:sp>
      <p:pic>
        <p:nvPicPr>
          <p:cNvPr id="23" name="Word picture 4" descr="Dress code: a clipboard and a shirt with a tie [sign: DRESS CODE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dress code</a:t>
            </a:r>
            <a:endParaRPr lang="en-US" sz="2000" dirty="0" b="1"/>
          </a:p>
        </p:txBody>
      </p:sp>
      <p:pic>
        <p:nvPicPr>
          <p:cNvPr id="25" name="Word picture 5" descr="Uniform: a safety vest and a cap [sign: UNIFORM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uniform</a:t>
            </a:r>
            <a:endParaRPr lang="en-US" sz="2000" dirty="0" b="1"/>
          </a:p>
        </p:txBody>
      </p:sp>
      <p:pic>
        <p:nvPicPr>
          <p:cNvPr id="27" name="Word picture 6" descr="Casual: a T-shirt and jean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casual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Too, enough, or OK?</a:t>
            </a:r>
            <a:endParaRPr lang="en-US" sz="2200" dirty="0" b="1"/>
          </a:p>
        </p:txBody>
      </p:sp>
      <p:pic>
        <p:nvPicPr>
          <p:cNvPr id="17" name="Word picture 1" descr="Formal: a shirt with a tie and dress sho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formal</a:t>
            </a:r>
            <a:endParaRPr lang="en-US" sz="2000" dirty="0" b="1"/>
          </a:p>
        </p:txBody>
      </p:sp>
      <p:pic>
        <p:nvPicPr>
          <p:cNvPr id="19" name="Word picture 2" descr="Closed-toe shoes: a sneaker and a check mark [sign: CLOSED-TO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closed-toe shoes</a:t>
            </a:r>
            <a:endParaRPr lang="en-US" sz="1800" dirty="0" b="1"/>
          </a:p>
        </p:txBody>
      </p:sp>
      <p:pic>
        <p:nvPicPr>
          <p:cNvPr id="21" name="Word picture 3" descr="Name badge: a name badge [sign: HI, I'M NADIA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badge</a:t>
            </a:r>
            <a:endParaRPr lang="en-US" sz="2000" dirty="0" b="1"/>
          </a:p>
        </p:txBody>
      </p:sp>
      <p:pic>
        <p:nvPicPr>
          <p:cNvPr id="23" name="Word picture 4" descr="Invitation: an envelope and a party popper [sign: PARTY SAT 7:00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invitation</a:t>
            </a:r>
            <a:endParaRPr lang="en-US" sz="2000" dirty="0" b="1"/>
          </a:p>
        </p:txBody>
      </p:sp>
      <p:pic>
        <p:nvPicPr>
          <p:cNvPr id="25" name="Word picture 5" descr="RSVP: a phone and a check mark [sign: RSVP BY FRI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RSVP</a:t>
            </a:r>
            <a:endParaRPr lang="en-US" sz="2000" dirty="0" b="1"/>
          </a:p>
        </p:txBody>
      </p:sp>
      <p:pic>
        <p:nvPicPr>
          <p:cNvPr id="27" name="Word picture 6" descr="Host: a person and a house [sign: HOST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host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T-shirt casual or formal?</a:t>
            </a:r>
            <a:endParaRPr lang="en-US" sz="1600" dirty="0" b="1"/>
          </a:p>
        </p:txBody>
      </p:sp>
      <p:pic>
        <p:nvPicPr>
          <p:cNvPr id="101" name="R1 pic" descr="Casual: a T-shirt and jea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sandals closed-toe shoes?</a:t>
            </a:r>
            <a:endParaRPr lang="en-US" sz="1600" dirty="0" b="1"/>
          </a:p>
        </p:txBody>
      </p:sp>
      <p:pic>
        <p:nvPicPr>
          <p:cNvPr id="102" name="R2 pic" descr="Closed-toe shoes: a sneaker and a check mark [sign: CLOSED-TOE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an invitation says RSVP by Friday, what do you do?</a:t>
            </a:r>
            <a:endParaRPr lang="en-US" sz="1600" dirty="0" b="1"/>
          </a:p>
        </p:txBody>
      </p:sp>
      <p:pic>
        <p:nvPicPr>
          <p:cNvPr id="103" name="R3 pic" descr="Invitation: an envelope and a party popper [sign: PARTY SAT 7:00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casual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the host by Friday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Nadia's first week at a bakery. She asks her coworker, Carmen, about the rules. Then the supervisor, Mr. Brooks, comes in.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asual: a T-shirt and jea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Carmen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Brooks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they talking about?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1:50):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talking about?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rules at work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party invitation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a job interview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rules.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On time means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minutes early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exactly seven o'clock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In the kitchen, you ____ wear the hat and the apron.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In the break room, you ____ wear them.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874166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You ____ use your phone in the kitchen.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874166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You ____ wear closed-toe shoes.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If you're going to be late, you must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Mr. Brooks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text Carmen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six fifty-five early ____?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ten is ____ late.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aren't safe ____ for the kitchen.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trays are ____ hot, and the floor is sometimes wet.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 they're ____ big, but they're safe.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There's too ____ to remember!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too / two / to,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sound the same.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know?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some today.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•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 • not e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NOUGH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rmal: a shirt with a tie and dress sho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+ adjective, adjective + enough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jeans OK for the interview?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they're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formal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6:55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That's perfect.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7:10 OK for a 7:00 shift?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late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Come at 6:55.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sandals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safe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Wear closed-toe shoes.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losed-toe shoes: a sneaker and a check mark [sign: CLOSED-TO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 / too many / enough + a noun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much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 I don't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there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chairs?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there are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many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 We need more chairs.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we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food?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we have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food. Don't buy more.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Name badge: a name badge [sign: HI, I'M NADI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 / mustn't / don't have to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MEANING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 rule; do it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wear closed-toe shoes.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against the rules; don't do it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mustn't use your phone in the kitchen.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not necessary; you choose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 wear a tie.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vitation: an envelope and a party popper [sign: PARTY SAT 7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comparing customs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hometown…, but here…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hometown, guests usually bring food, but here people often ask the host first.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usually / often / sometimes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People usually arrive on time for work.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describe; don't judge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different. I like both.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7:10 is ____ late for a 7:00 shift.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isn't big ____ for 30 people.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____ cars in the parking lot.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____ work today.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don't have ____ chairs.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Jeans are ____ casual for an interview.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You ____ smoke in the building. (It's a rule.)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It's Friday. You ____ wear a tie. (It's not necessary.)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883310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Is 6:55 ____?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early enough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early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There are too ____ people here.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I don't have ____.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enough time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enough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Sandals ____ for the kitchen.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 safe enough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too safe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RSVP: a phone and a check mark [sign: RSVP BY FRI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enough big.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 enough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much people.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are too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1051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 use your phone on the floor. (It's a rule.)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1051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mustn't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your phone on the floor.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to wear a badge.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wear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badge.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many work.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too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ost: a person and a house [sign: HOS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rule.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sandals OK for the kitchen?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No, they aren't safe enough.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 wear closed-toe shoes.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On time: an alarm clock and a check mark [sign: 7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Customs Compare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a question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person reads a question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people arrive in your hometown?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Each person answers.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my hometown…, but here…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sentences.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place is "better."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Dress code: a clipboard and a shirt with a tie [sign: DRESS COD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Dress Code Check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rule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rule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casual • not safe enough • OK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each worker, say what is wrong.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1: sandals aren't safe enough.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the rule.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must… • You mustn't…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SUNRISE BAKERY · Employee Handbook, page 4 (invented company)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should you arrive?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 to 10 minutes before your shift.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must you do if you're going to be late?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 your supervisor at least one hour before your shift.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text OK? Why or why not?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A text is not enough.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front counter workers have to wear a hat?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but they must wear a name badge.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you use your phone?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break room.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Late: a person running and an alarm clock [sign: 7:2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custom here that is different from your hometown (or another place you know)?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Here (Here, people…).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There (In my hometown, people…).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you think,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tips).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rules from a job, a school, or a place you know.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6).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Uniform: a safety vest and a cap [sign: UNIFORM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too early, too late, or on time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too and enough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Explain a workplace rule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Nadia, Carmen, and Mr. Brooks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7: Too Early or On Time?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