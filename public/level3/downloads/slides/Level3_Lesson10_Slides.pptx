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96" r:id="rId32"/>
    <p:sldId id="497" r:id="rId21"/>
    <p:sldId id="498" r:id="rId19"/>
    <p:sldId id="499" r:id="rId15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9 Homework item 2 (Tell me about yourself) to each other. The partner asks one question about it. Walk around. Write 2 common errors on the board (often good at cook or interested on)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I'm good at… / I'm interested in… / I don't mind… + -ing</a:t>
            </a:r>
          </a:p>
          <a:p>
            <a:r>
              <a:t>Model with one learner: "What are you good at?" → (answer) → "Can you give me an example?"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first, next, then, after that, finally. Goal 2: follow spoken instructions and number the steps. Goal 3: How do I…? What do I do next? What do I do after that?</a:t>
            </a:r>
          </a:p>
          <a:p>
            <a:r>
              <a:t>Goal 4: Don't… and Don't forget to… Goal 5: read a medicine label (invented) and answer questions about it. Goal 6: write 4 steps for a task they know.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"Step by step." Say: "Tonight we give and follow instructions: at work, at home, and on a phone."</a:t>
            </a:r>
          </a:p>
          <a:p>
            <a:r>
              <a:t>Read the three lines under "Today you will". Give one quick example of each: "First, plug it in. Then, turn it on." • "How do I log in? What do I do next?" • "Don't open the door. It's hot."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Mime each action: press a button, plug in a cord, turn on a light, turn it off, put on safety goggles. Show step: count on your fingers: "Step 1, step 2, step 3."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mimes it or makes a sentence (A: press. B: (points, mimes) Press START.).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"You wash clothes with…?" (detergent) • 2. "On a medicine bottle, you read the…?" (label) • 3. "Before you log in, you type your…?" (password)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"Maria is a new worker at a supermarket. Her coworker Tom is teaching her to use a machine. What machine is it? Listen."</a:t>
            </a:r>
          </a:p>
          <a:p>
            <a:r>
              <a:t>There are three voices: a Narrator, Tom, and Maria. Each click highlights the next voice.</a:t>
            </a:r>
          </a:p>
          <a:p>
            <a:r>
              <a:t>The audio (L3_L10_listening.mp3, about 1:11)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(what machine?). Pairs compare. Check together.</a:t>
            </a:r>
          </a:p>
          <a:p>
            <a:r>
              <a:t>Click to show the answer: c (a floor cleaning machine).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line, top to bottom): add detergent 3 • put on safety goggles 1 • turn it off and empty the tank 5 • fill the tank with water 2 • plug it in and turn it on 4 • How much detergent? one cup • The light is green.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5): 1 First, 2 Then, 3 Next, 4 After that, 5 Finally.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"For th in then and the, put your tongue between your teeth, and use your voice." Then third: the same tongue, no voice.</a:t>
            </a:r>
          </a:p>
          <a:p>
            <a:r>
              <a:t>Pause a little after each step. The class repeats each line in the box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make a cup of tea in mime and say each step: "First, boil the water. Next, put the tea bag in the cup. Then, add the water. After that, wait 3 minutes. Finally, drink it!" Hold up one finger for each step.</a:t>
            </a:r>
          </a:p>
          <a:p>
            <a:r>
              <a:t>Boxes 1 and 2 (4 min): read a question from the left; the class answers from the right. Each click shows the answer side of one row. Point out: no you and no -s in an instruction (Press START).</a:t>
            </a:r>
          </a:p>
          <a:p>
            <a:r>
              <a:t>Review: You have to / You need to also give instructions: You need to plug it in first. Accept it; don't teach it again.</a:t>
            </a:r>
          </a:p>
          <a:p>
            <a:r>
              <a:t>Lesson plan: Step 4; Grammar Box 1; Teacher notes: Instructions have no you and no -s.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What do I do next? Each click shows the answer side of one row.</a:t>
            </a:r>
          </a:p>
          <a:p>
            <a:r>
              <a:t>Sequence words: first (step 1), next / then / after that (the middle steps, in any order), finally (the last step). A comma after each one is fine but not important.</a:t>
            </a:r>
          </a:p>
          <a:p>
            <a:r>
              <a:t>Lesson plan: Step 4; Grammar Box 2; Teacher notes: Sequence words.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(2 min): warnings: Don't + verb, Don't forget to + verb. Each click shows the answer side of one row.</a:t>
            </a:r>
          </a:p>
          <a:p>
            <a:r>
              <a:t>Don't forget to… is a friendly reminder: Don't forget to take your card.</a:t>
            </a:r>
          </a:p>
          <a:p>
            <a:r>
              <a:t>Lesson plan: Step 4; Grammar Box 3; Teacher notes: Don't forget to.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(1 min): the five sequence words, in order. Say them; the class repeats. Each click shows one step.</a:t>
            </a:r>
          </a:p>
          <a:p>
            <a:r>
              <a:t>Check questions: "___, put on your goggles. (step 1)" (First) • "___, turn it off. (the last step)" (Finally) • "Don't ___ (open) the door." (open) • "How ___ I log in?" (do)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5): 1 First, 2 Next, 3 Then, 4 After that, 5 Finally.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Press, 2 Don't open, 3 do, 4 to take, 5 Turn off.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1: instructions have no you and no -s • 2: negative = Don't + verb • 3: Don't forget to + verb • 4: Finally (not Final).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"How do I make rice?" (or tea, a sandwich). B answers with 3 steps and sequence words.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Teach Me in Four Steps · 12 min. Pairs.</a:t>
            </a:r>
          </a:p>
          <a:p>
            <a:r>
              <a:t>How it works: the Talk Time page has 4 strips. In each strip, the 4 pictures (A–D) are not in order. A chooses a strip, finds the right order (writes it under the strip), and teaches B with sequence words. B mimes each step and asks What do I do next? Then switch with a new strip. Each click shows the next step.</a:t>
            </a:r>
          </a:p>
          <a:p>
            <a:r>
              <a:t>Model with one learner (1 min): strip 1: "First, turn on the water." (point to B) "Next, use soap." (D) … The learner mimes.</a:t>
            </a:r>
          </a:p>
          <a:p>
            <a:r>
              <a:t>Rounds (8 min): about 2 minutes per strip; each pair does all 4 strips if there is time. Walk around and listen for the sequence words. Finish (2 min): ask 2 pairs to teach one strip to the class.</a:t>
            </a:r>
          </a:p>
          <a:p>
            <a:r>
              <a:t>The right order: strip 1 (washing hands) B, D, A, C • strip 2 (coffee) C, A, D, B • strip 3 (a photo) D, B, C, A • strip 4 (parking) A, D, B, C. The sentences learners say will vary.</a:t>
            </a:r>
          </a:p>
          <a:p>
            <a:r>
              <a:t>Mixed levels: stronger learners add a Don't… warning to each strip. If behind: 2 strips only.</a:t>
            </a:r>
          </a:p>
          <a:p>
            <a:r>
              <a:t>Lesson plan: Step 5; Talk Time page;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two steps for a task with sequence words (First, open the app. Then, type your password.), and one warning with Don't and a reason with because or so (Don't open the door, because the water is hot.).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instruction, no you, no -s • 2 write 4 steps for something you do at home with First, Next, Then, Finally • 3 ask a family member or a coworker: How do you make your favorite food? Write 3 steps • 4 review (Lesson 9): 2 sentences with good at, interested in, or enjoy + -ing.</a:t>
            </a:r>
          </a:p>
          <a:p>
            <a:r>
              <a:t>Read &amp; Write (7:17–7:25, on the Student Pages): say first: "This label is invented. It's for reading practice only. For real medicine, always ask a pharmacist or a doctor." Questions 1–5; then 4 steps for a task they know, with one Don't. If behind: questions 1–5 only; the steps become homework.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"First, plug it in. Then, turn it on." (a) • 2 "Don't open the door." (b) • 3 "After that, press START." (a) • 4 "Finally, take your card." (b)</a:t>
            </a:r>
          </a:p>
          <a:p>
            <a:r>
              <a:t>Parts B and C: learners do them alone. Walk around and help with the instructions only. B answers: 1 First, 2 Press, 3 Don't, 4 Finally. C: answers will vary (for example First, open the app. Next, type your password. Then, press LOG IN. / Don't forget to take your receipt.).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steps (A) and with the forms (B, C).</a:t>
            </a:r>
          </a:p>
          <a:p>
            <a:r>
              <a:t>Collect the pages (or check them at the start of Week 12). If behind: do the Progress Check in Week 12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"How do I make tea?" and wait for steps with First, Next, Then.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1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ep: drawn stairs numbered 1-3 and a person 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by Step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next, then, finally!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Next… Then… Finally…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spoken instructions.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warning with Don't….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 (invented).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4 steps for a task I know.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 Why? Where did you learn that?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 Give an example.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interested in learning?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job do you enjoy (or would you enjoy)?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work don't you mind doing? What work do you hate?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9, item 2.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Instructions: a drawn instructions sheet with steps 1-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instructions</a:t>
            </a:r>
            <a:endParaRPr lang="en-US" sz="2000" dirty="0" b="1"/>
          </a:p>
        </p:txBody>
      </p:sp>
      <p:pic>
        <p:nvPicPr>
          <p:cNvPr id="19" name="Word picture 2" descr="Step: drawn stairs numbered 1-3 and a person walk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step</a:t>
            </a:r>
            <a:endParaRPr lang="en-US" sz="2000" dirty="0" b="1"/>
          </a:p>
        </p:txBody>
      </p:sp>
      <p:pic>
        <p:nvPicPr>
          <p:cNvPr id="21" name="Word picture 3" descr="Press: a finger pointing down at a drawn START butt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press</a:t>
            </a:r>
            <a:endParaRPr lang="en-US" sz="2000" dirty="0" b="1"/>
          </a:p>
        </p:txBody>
      </p:sp>
      <p:pic>
        <p:nvPicPr>
          <p:cNvPr id="23" name="Word picture 4" descr="Plug in: a plug, an arrow, a drawn wall outle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plug in</a:t>
            </a:r>
            <a:endParaRPr lang="en-US" sz="2000" dirty="0" b="1"/>
          </a:p>
        </p:txBody>
      </p:sp>
      <p:pic>
        <p:nvPicPr>
          <p:cNvPr id="25" name="Word picture 5" descr="Turn on / turn off: a light bulb (ON) and the same bulb recolored grey (OFF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turn on / turn off</a:t>
            </a:r>
            <a:endParaRPr lang="en-US" sz="1800" dirty="0" b="1"/>
          </a:p>
        </p:txBody>
      </p:sp>
      <p:pic>
        <p:nvPicPr>
          <p:cNvPr id="27" name="Word picture 6" descr="Laundry: a basket, a shirt, sock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laundry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Detergent: a drawn detergent bottle &quot;DETERGENT&quot; and bubb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detergent</a:t>
            </a:r>
            <a:endParaRPr lang="en-US" sz="2000" dirty="0" b="1"/>
          </a:p>
        </p:txBody>
      </p:sp>
      <p:pic>
        <p:nvPicPr>
          <p:cNvPr id="19" name="Word picture 2" descr="Safety goggles: goggl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safety goggles</a:t>
            </a:r>
            <a:endParaRPr lang="en-US" sz="2000" dirty="0" b="1"/>
          </a:p>
        </p:txBody>
      </p:sp>
      <p:pic>
        <p:nvPicPr>
          <p:cNvPr id="21" name="Word picture 3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label</a:t>
            </a:r>
            <a:endParaRPr lang="en-US" sz="2000" dirty="0" b="1"/>
          </a:p>
        </p:txBody>
      </p:sp>
      <p:pic>
        <p:nvPicPr>
          <p:cNvPr id="23" name="Word picture 4" descr="Tablet (medicine): a pil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tablet (medicine)</a:t>
            </a:r>
            <a:endParaRPr lang="en-US" sz="1800" dirty="0" b="1"/>
          </a:p>
        </p:txBody>
      </p:sp>
      <p:pic>
        <p:nvPicPr>
          <p:cNvPr id="25" name="Word picture 5" descr="Password: a lock and a drawn password box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password</a:t>
            </a:r>
            <a:endParaRPr lang="en-US" sz="2000" dirty="0" b="1"/>
          </a:p>
        </p:txBody>
      </p:sp>
      <p:pic>
        <p:nvPicPr>
          <p:cNvPr id="27" name="Word picture 6" descr="Log in: a laptop, an arrow, a drawn LOG IN butt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log 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wash clothes with…?</a:t>
            </a:r>
            <a:endParaRPr lang="en-US" sz="1800" dirty="0" b="1"/>
          </a:p>
        </p:txBody>
      </p:sp>
      <p:pic>
        <p:nvPicPr>
          <p:cNvPr id="101" name="R1 pic" descr="Detergent: a drawn detergent bottle &quot;DETERGENT&quot; and bub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a medicine bottle, you read the…?</a:t>
            </a:r>
            <a:endParaRPr lang="en-US" sz="1800" dirty="0" b="1"/>
          </a:p>
        </p:txBody>
      </p:sp>
      <p:pic>
        <p:nvPicPr>
          <p:cNvPr id="102" name="R2 pic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log in, you type your…?</a:t>
            </a:r>
            <a:endParaRPr lang="en-US" sz="1800" dirty="0" b="1"/>
          </a:p>
        </p:txBody>
      </p:sp>
      <p:pic>
        <p:nvPicPr>
          <p:cNvPr id="103" name="R3 pic" descr="Password: a lock and a drawn password b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detergent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label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password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is a new worker at a supermarket. Her coworker Tom is teaching her to use a machine.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afety goggles: gogg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 steps?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1:11.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machine is it?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washing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coffee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floor cleaning machine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 Then 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circle.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08666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detergent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15066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708453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708453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67187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708453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on safety goggles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735885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293669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293669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25709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293669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it off and empty the tank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321101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3878885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3878885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384230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3878885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the tank with water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390631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4464101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4464101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442752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4464101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plug it in and turn it on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449153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049317"/>
            <a:ext cx="6035040" cy="8686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049317"/>
            <a:ext cx="1039673" cy="8686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1910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049317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detergent?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cups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light is: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red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green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25505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cup, green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sequence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on your safety goggles.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fill the tank with water.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one cup of detergent.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plug it in and turn it on.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turn it off, unplug it, and empty the tank.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th and pauses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th: your tongue between your teeth.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the: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your voice.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third: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 voice.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en, push it slowly.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ird step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(pause) Next… (pause) Then…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Laundry: a basket, a shirt, soc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this machine?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in the clothes.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add the detergent.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9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84048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log in?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84048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84048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type your password.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urn on / turn off: a light bulb (ON) and the same bulb recolored grey (OF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  ·  finally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93008" y="3977640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wait 30 minutes.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93008" y="5202936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end?</a:t>
            </a:r>
            <a:endParaRPr lang="en-US" sz="20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 the clothes.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lug in: a plug, an arrow, a drawn wall out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Don't…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open the door now?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 It's hot.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else?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47472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47472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to take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ep: drawn stairs numbered 1-3 and a person wal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Words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1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on your goggles.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15468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2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15468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15468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fill the tank.</a:t>
            </a:r>
            <a:endParaRPr lang="en-US" sz="20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02336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3</a:t>
            </a:r>
            <a:endParaRPr lang="en-US" sz="2000" dirty="0" b="1"/>
          </a:p>
        </p:txBody>
      </p:sp>
      <p:sp>
        <p:nvSpPr>
          <p:cNvPr id="25" name="Answer bg 3"/>
          <p:cNvSpPr/>
          <p:nvPr/>
        </p:nvSpPr>
        <p:spPr>
          <a:xfrm>
            <a:off x="7223760" y="402336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223760" y="402336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plug it in.</a:t>
            </a:r>
            <a:endParaRPr lang="en-US" sz="20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489204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STEP</a:t>
            </a:r>
            <a:endParaRPr lang="en-US" sz="2000" dirty="0" b="1"/>
          </a:p>
        </p:txBody>
      </p:sp>
      <p:sp>
        <p:nvSpPr>
          <p:cNvPr id="28" name="Answer bg 4"/>
          <p:cNvSpPr/>
          <p:nvPr/>
        </p:nvSpPr>
        <p:spPr>
          <a:xfrm>
            <a:off x="7223760" y="489204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223760" y="489204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making tea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· Next · Then · After that · Finally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Making tea.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boil the water.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a tea bag in the cup.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the hot water.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wait 3 minutes.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take out the tea bag and drink it.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____ the green button.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presses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____ the door.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10742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____ I log in?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14146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Don't forget ____ your receipt.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910742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____ the light, please.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off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Turns off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ress: a finger pointing down at a drawn START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 START.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 the door.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take your card.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Final, turn it off.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3 steps.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How do I make rice?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(or tea, a sandwich)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First, … Next, … Then, …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How do I…? B answers with 3 steps and sequence words.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our jumbled step strips: four rows of four lettered panels: faucet, soap, open hands, paper towel; water drop, spoon, START button, coffee; camera, framed picture, SEND button, check; START button, space-number sign, card, rece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449" y="3418942"/>
            <a:ext cx="291171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 Me in Four Steps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 minutes per strip.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chooses a strip and finds the order.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pictures (A–D) are not in order.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teaches B with sequence words.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turn on the water. Next, use soap…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mimes and asks.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Tablet (medicine): a pi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Two steps with sequence words.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warning with Don't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 the door, because the water is hot.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instruction. No you, no -s.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4 steps for a task at home.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How do you make your favorite food?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good at / interested in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instructions.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plug it in → turn it on   b. turn it on → plug it in</a:t>
            </a:r>
            <a:endParaRPr lang="en-US" sz="16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Open the door.   b. Don't open the door.</a:t>
            </a:r>
            <a:endParaRPr lang="en-US" sz="16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press START   b. press STOP</a:t>
            </a:r>
            <a:endParaRPr lang="en-US" sz="16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This is the first step.   b. This is the last step.</a:t>
            </a:r>
            <a:endParaRPr lang="en-US" sz="16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urn on / turn off: a light bulb (ON) and the same bulb recolored grey (OFF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and Tom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10: Step by Step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