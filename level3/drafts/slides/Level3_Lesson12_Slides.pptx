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47" r:id="rId32"/>
    <p:sldId id="548" r:id="rId21"/>
    <p:sldId id="549" r:id="rId19"/>
    <p:sldId id="550" r:id="rId15"/>
    <p:sldId id="551" r:id="rId37"/>
    <p:sldId id="552" r:id="rId38"/>
    <p:sldId id="553" r:id="rId39"/>
    <p:sldId id="554" r:id="rId40"/>
    <p:sldId id="555" r:id="rId41"/>
    <p:sldId id="556" r:id="rId42"/>
    <p:sldId id="557" r:id="rId43"/>
    <p:sldId id="558" r:id="rId44"/>
    <p:sldId id="559" r:id="rId45"/>
    <p:sldId id="560" r:id="rId46"/>
    <p:sldId id="561" r:id="rId47"/>
    <p:sldId id="562" r:id="rId48"/>
    <p:sldId id="563" r:id="rId49"/>
    <p:sldId id="564" r:id="rId50"/>
    <p:sldId id="565" r:id="rId51"/>
    <p:sldId id="566" r:id="rId52"/>
    <p:sldId id="567" r:id="rId53"/>
    <p:sldId id="568" r:id="rId54"/>
    <p:sldId id="569" r:id="rId55"/>
    <p:sldId id="570" r:id="rId56"/>
    <p:sldId id="571" r:id="rId9"/>
    <p:sldId id="57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"Is anything wrong with the lights in this room?" and wait for an answer.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Level3_Lesson12.md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11 Homework item 2 to each other. The partner asks one question about it. Walk around. Write 2 common errors on the board (often I was boring or It was excited) and correct them together.</a:t>
            </a:r>
          </a:p>
          <a:p>
            <a:r>
              <a:t>Source: Level3_Lesson12.md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How was it? It was… -ing / I was… -ed</a:t>
            </a:r>
          </a:p>
          <a:p>
            <a:r>
              <a:t>Model with one learner: "What was the last movie you saw? How was it?" → (answer) → "How did you feel at the end?"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Level3_Lesson12.md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Something is wrong with the heater. The sink is leaking. Goal 2: something / anything / nothing and someone / anyone / no one. Goal 3: Can you send someone? Is anyone home on Tuesday?</a:t>
            </a:r>
          </a:p>
          <a:p>
            <a:r>
              <a:t>Goal 4: I didn't see anything. (not I didn't see nothing) Goal 5: read a maintenance request and write a short one (3–5 sentences).</a:t>
            </a:r>
          </a:p>
          <a:p>
            <a:r>
              <a:t>"We check at 7:25" = the Progress Check. It is not a test grade.</a:t>
            </a:r>
          </a:p>
          <a:p>
            <a:r>
              <a:t>Source: Level3_Lesson12.md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"Something's wrong." Say: "Tonight we talk about problems in a home and how to ask for a repair."</a:t>
            </a:r>
          </a:p>
          <a:p>
            <a:r>
              <a:t>Read the three lines under "Today you will". Give one quick example of each: "The sink is leaking." • "Is anything wrong? No, nothing is wrong." • "Can you send someone on Tuesday?"</a:t>
            </a:r>
          </a:p>
          <a:p>
            <a:r>
              <a:t>Keep it practical and invented (important): never ask about learners' real rent, landlord, or living situation. Use the cards and invented apartments. Tenant rights are a Level 5 topic; if a learner asks, point to the local resources on the "Keep practicing" sheet.</a:t>
            </a:r>
          </a:p>
          <a:p>
            <a:r>
              <a:t>Source: Level3_Lesson12.md (Topic; At a glance: Objectives;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landlord and repair person: "The landlord owns the building. The repair person fixes things." Mime water drops from a leak.</a:t>
            </a:r>
          </a:p>
          <a:p>
            <a:r>
              <a:t>If behind: teach the ★ words only.</a:t>
            </a:r>
          </a:p>
          <a:p>
            <a:r>
              <a:t>Source: Level3_Lesson12.md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 Mime: try a door with a broken lock; cover your ears for a smoke alarm: "Beep! Beep!"</a:t>
            </a:r>
          </a:p>
          <a:p>
            <a:r>
              <a:t>Partner game (2 min): A says a word. B points to the picture and makes a sentence (A: sink. B: The sink is leaking. Something is wrong with it.). Switch.</a:t>
            </a:r>
          </a:p>
          <a:p>
            <a:r>
              <a:t>If behind: teach the ★ words only.</a:t>
            </a:r>
          </a:p>
          <a:p>
            <a:r>
              <a:t>Source: Level3_Lesson12.md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"Water is coming from the pipe. It's a…?" (leak) • 2. "The room is cold. What's wrong?" (the heater) • 3. "You write about a problem on a…?" (maintenance request)</a:t>
            </a:r>
          </a:p>
          <a:p>
            <a:r>
              <a:t>Source: Level3_Lesson12.md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"Sara lives in an apartment. She's calling the building office. What problems does she have? Listen."</a:t>
            </a:r>
          </a:p>
          <a:p>
            <a:r>
              <a:t>There are three voices: a Narrator, Sara, and Mr. Grant (the building manager). Each click highlights the next voice.</a:t>
            </a:r>
          </a:p>
          <a:p>
            <a:r>
              <a:t>The audio (L3_L12_listening.mp3,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L3_L12_listening.mp3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Level3_Lesson12.md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(which problems?). Pairs compare. Check together.</a:t>
            </a:r>
          </a:p>
          <a:p>
            <a:r>
              <a:t>Click to circle each answer (one click per item, top to bottom): ✓ the kitchen sink (it's leaking) • ✗ the toilet • ✓ the heater (it doesn't work) • ✗ the lock • ✗ a mouse.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Level3_Lesson12.md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5): 1 4B • 2 a little water • 3 black • 4 Tuesday • 5 3:00.</a:t>
            </a:r>
          </a:p>
          <a:p>
            <a:r>
              <a:t>Source: Level3_Lesson12.md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7): 1 Something, 2 any, 3 something, 4 anything, 5 someone, 6 anyone, 7 no one.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Level3_Lesson12.md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"Stress the first part: SOMEthing, ANyone, NO one." Then thing: tongue between the teeth, th (not ting).</a:t>
            </a:r>
          </a:p>
          <a:p>
            <a:r>
              <a:t>The class repeats each word twice, then the line in the box.</a:t>
            </a:r>
          </a:p>
          <a:p>
            <a:r>
              <a:t>Source: Level3_Lesson12.md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Show it (2 min): look into an empty cup: "Is there anything in it? No, there isn't anything. There's nothing in it." Look at the door: "Is anyone at the door? No, no one is there."</a:t>
            </a:r>
          </a:p>
          <a:p>
            <a:r>
              <a:t>Boxes 1, 2, and 3 (5 min): read a question from the left; the class answers from the right. Each click shows the answer side of one row.</a:t>
            </a:r>
          </a:p>
          <a:p>
            <a:r>
              <a:t>Something is wrong with… is the most useful sentence today. Practice it with many nouns.</a:t>
            </a:r>
          </a:p>
          <a:p>
            <a:r>
              <a:t>Source: Level3_Lesson12.md (Step 4; Grammar Box 1;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Is anyone home? Each click shows the answer side of one row.</a:t>
            </a:r>
          </a:p>
          <a:p>
            <a:r>
              <a:t>Review: If it gets worse, I'll call you (Lesson 6) and I'll send someone (Lesson 5). Accept both; don't teach them again.</a:t>
            </a:r>
          </a:p>
          <a:p>
            <a:r>
              <a:t>Source: Level3_Lesson12.md (Step 4; Grammar Box 2; Teacher notes: Review).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one negative only: I didn't see anything or I saw nothing (not I didn't see nothing). Each click shows the answer side of one row.</a:t>
            </a:r>
          </a:p>
          <a:p>
            <a:r>
              <a:t>Source: Level3_Lesson12.md (Step 4; Grammar Box 3; Teacher notes: One negative only).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the table: some- in + sentences, any- in questions and with not, no- alone. Each click shows one row.</a:t>
            </a:r>
          </a:p>
          <a:p>
            <a:r>
              <a:t>Point to the one-negative rule: I didn't see anything = I saw nothing.</a:t>
            </a:r>
          </a:p>
          <a:p>
            <a:r>
              <a:t>Check questions: "Is ___ wrong?" (anything) • "Yes, ___ is wrong with the sink." (something) • "No, ___ is home." (no one) • "I didn't hear ___." (anything)</a:t>
            </a:r>
          </a:p>
          <a:p>
            <a:r>
              <a:t>Source: Level3_Lesson12.md (Step 4; Grammar Box 4; Teacher notes: The rule in one line).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Something, 2 anything, 3 nothing, 4 someone, 5 anyone, 6 No one.</a:t>
            </a:r>
          </a:p>
          <a:p>
            <a:r>
              <a:t>Source: Level3_Lesson12.md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word. Pairs check.</a:t>
            </a:r>
          </a:p>
          <a:p>
            <a:r>
              <a:t>Click to circle each answer (one click per item, 1 to 5): 1 anything, 2 someone, 3 anything, 4 nothing, 5 anyone.</a:t>
            </a:r>
          </a:p>
          <a:p>
            <a:r>
              <a:t>Source: Level3_Lesson12.md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 and 3: one negative only • 2: + sentences use some- • 4: questions use any-, and someone is one word. Is something wrong? is OK in real life, but teach anything first.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Level3_Lesson12.md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points to a picture on the New Words page: "Is anything wrong with the ___?" B answers: Yes, something is wrong with it. It's… or No, nothing is wrong. Switch.</a:t>
            </a:r>
          </a:p>
          <a:p>
            <a:r>
              <a:t>If behind: skip the pair drill. Talk Time practices it.</a:t>
            </a:r>
          </a:p>
          <a:p>
            <a:r>
              <a:t>Source: Level3_Lesson12.md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The Repair Call · 12 min. Round 1 is back to back.</a:t>
            </a:r>
          </a:p>
          <a:p>
            <a:r>
              <a:t>Round 1 (7 min): A is a tenant with a Tenant Card; B is the building manager with the Repair Schedule. A calls: says what's wrong and since when. B asks one question (Is there any water on the floor?) and finds an open time when someone is home. They agree on a day and time; B writes it in the schedule. Switch roles with a new card. Each click shows the next step.</a:t>
            </a:r>
          </a:p>
          <a:p>
            <a:r>
              <a:t>Model with one learner (1 min): you are the tenant with card 1: "Hi, this is apartment 3A. Something is wrong with my toilet. It's leaking." The manager: "Is anyone home on Monday at 4:00?" → "Yes, someone is home after 3."</a:t>
            </a:r>
          </a:p>
          <a:p>
            <a:r>
              <a:t>Possible open times: card 1 → Mon 4:00 or Tue 4:00 • card 2 → Tue 9:00 or Fri 1:00 • card 3 → Thu 9:00 or Thu 1:00 • card 4 → Mon 1:00, Mon 4:00, or Fri 1:00. The conversations will vary.</a:t>
            </a:r>
          </a:p>
          <a:p>
            <a:r>
              <a:t>Keep it practical and invented (important): never ask about learners' real rent, landlord, or living situation. Use the cards and invented apartments. Tenant rights are a Level 5 topic; if a learner asks, point to the local resources on the "Keep practicing" sheet.</a:t>
            </a:r>
          </a:p>
          <a:p>
            <a:r>
              <a:t>Source: Level3_Lesson12.md (Step 5; Talk Time: The Repair Call;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Find Something (4 min): pairs look at the apartment picture and find 7 problems. The first pair to find all 7 wins. Each click shows the next step.</a:t>
            </a:r>
          </a:p>
          <a:p>
            <a:r>
              <a:t>7 problems: the smoke alarm is beeping • the light bulb is out (off) • the sink is leaking • the heater doesn't work (it's cold) • the door lock is open / broken • a cockroach on the wall • a mouse on the floor. (Nothing is wrong with the plant, the chair, or the picture.)</a:t>
            </a:r>
          </a:p>
          <a:p>
            <a:r>
              <a:t>If behind: Round 1 only.</a:t>
            </a:r>
          </a:p>
          <a:p>
            <a:r>
              <a:t>Source: Level3_Lesson12.md (Step 5; Talk Time: Find Something;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something / anything / nothing or someone / anyone / no one (Something is wrong with my heater.), and one with if or so (No one is home in the morning, so please come at 3.).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sentence again with something, anything, nothing, someone, anyone, or no one • 2 look around your home (or imagine an apartment): 3 sentences, what's OK and what's wrong • 3 with a family member, practice a repair call; write the day and time you agreed on • 4 review (Lesson 11): 2 sentences about a TV show or an event, one -ing word and one -ed word.</a:t>
            </a:r>
          </a:p>
          <a:p>
            <a:r>
              <a:t>Read &amp; Write (7:17–7:25, on the Student Pages): a request form and Ken's note; questions 1–5; then a 3–5 sentence maintenance request. Say: "Invent the apartment, the problem, and a 555 number." If behind: questions 1–5 only; the request becomes homework.</a:t>
            </a:r>
          </a:p>
          <a:p>
            <a:r>
              <a:t>Source: Level3_Lesson12.md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"Something is wrong with the sink." (a) • 2 "No one is home on Monday." (b) • 3 "I didn't see anything." (b) • 4 "I'll send someone on Friday." (a)</a:t>
            </a:r>
          </a:p>
          <a:p>
            <a:r>
              <a:t>Parts B and C: learners do them alone. Walk around and help with the instructions only. B answers: 1 anything, 2 Someone, 3 anything, 4 no one. C: answers will vary (for example Something is wrong with my heater. It doesn't work. / Can you send someone on Tuesday after 3:00?).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some- / any- / no- (A) and with the forms (B, C).</a:t>
            </a:r>
          </a:p>
          <a:p>
            <a:r>
              <a:t>Collect the pages (or check them at the start of Week 14). If behind: do the Progress Check in Week 14 at 6:00, while learners arrive.</a:t>
            </a:r>
          </a:p>
          <a:p>
            <a:r>
              <a:t>Source: Level3_Lesson12.md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L3_L12_listening.mp3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Level3_Lesson12.md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1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Leak: a drawn pipe with water dro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Something's Wrong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what's wrong in a home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something / anything / nothing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a repair and set a time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apartments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what's wrong in a home.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something / anything / nothing.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repair and set a time.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one negative only.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and write a maintenance request.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Landlord: a man in work clothes and an apartment bui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last movie you saw? How was it?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 at the end?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feel? Why? Who were you with?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last movie you saw? How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a relaxing place in your town?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most exciting day this year?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boring for you? Why?</a:t>
            </a:r>
            <a:endParaRPr lang="en-US" sz="20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11, item 2.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Landlord: a man in work clothes and an apartment build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landlord</a:t>
            </a:r>
            <a:endParaRPr lang="en-US" sz="2000" dirty="0" b="1"/>
          </a:p>
        </p:txBody>
      </p:sp>
      <p:pic>
        <p:nvPicPr>
          <p:cNvPr id="19" name="Word picture 2" descr="Repair person: a mechanic and a toolbo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repair person</a:t>
            </a:r>
            <a:endParaRPr lang="en-US" sz="2000" dirty="0" b="1"/>
          </a:p>
        </p:txBody>
      </p:sp>
      <p:pic>
        <p:nvPicPr>
          <p:cNvPr id="21" name="Word picture 3" descr="Maintenance request: a drawn request form with &quot;Problem&quot; highligh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maintenance request</a:t>
            </a:r>
            <a:endParaRPr lang="en-US" sz="1800" dirty="0" b="1"/>
          </a:p>
        </p:txBody>
      </p:sp>
      <p:pic>
        <p:nvPicPr>
          <p:cNvPr id="23" name="Word picture 4" descr="Leak: a drawn pipe with water drop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leak</a:t>
            </a:r>
            <a:endParaRPr lang="en-US" sz="2000" dirty="0" b="1"/>
          </a:p>
        </p:txBody>
      </p:sp>
      <p:pic>
        <p:nvPicPr>
          <p:cNvPr id="25" name="Word picture 5" descr="Sink: a drawn sink and fauce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sink</a:t>
            </a:r>
            <a:endParaRPr lang="en-US" sz="2000" dirty="0" b="1"/>
          </a:p>
        </p:txBody>
      </p:sp>
      <p:pic>
        <p:nvPicPr>
          <p:cNvPr id="27" name="Word picture 6" descr="Toilet: a toile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toilet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Heater: a drawn heater and a thermomet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heater</a:t>
            </a:r>
            <a:endParaRPr lang="en-US" sz="2000" dirty="0" b="1"/>
          </a:p>
        </p:txBody>
      </p:sp>
      <p:pic>
        <p:nvPicPr>
          <p:cNvPr id="19" name="Word picture 2" descr="Light bulb: a light bul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light bulb</a:t>
            </a:r>
            <a:endParaRPr lang="en-US" sz="2000" dirty="0" b="1"/>
          </a:p>
        </p:txBody>
      </p:sp>
      <p:pic>
        <p:nvPicPr>
          <p:cNvPr id="21" name="Word picture 3" descr="Lock: a lo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lock</a:t>
            </a:r>
            <a:endParaRPr lang="en-US" sz="2000" dirty="0" b="1"/>
          </a:p>
        </p:txBody>
      </p:sp>
      <p:pic>
        <p:nvPicPr>
          <p:cNvPr id="23" name="Word picture 4" descr="Smoke alarm: a drawn smoke alarm &quot;BEEP!&quot; and a puff of smok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smoke alarm</a:t>
            </a:r>
            <a:endParaRPr lang="en-US" sz="2000" dirty="0" b="1"/>
          </a:p>
        </p:txBody>
      </p:sp>
      <p:pic>
        <p:nvPicPr>
          <p:cNvPr id="25" name="Word picture 5" descr="Mouse: a mou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mouse</a:t>
            </a:r>
            <a:endParaRPr lang="en-US" sz="2000" dirty="0" b="1"/>
          </a:p>
        </p:txBody>
      </p:sp>
      <p:pic>
        <p:nvPicPr>
          <p:cNvPr id="27" name="Word picture 6" descr="Cockroach: a cockro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cockroach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is coming from the pipe. It's a…?</a:t>
            </a:r>
            <a:endParaRPr lang="en-US" sz="1800" dirty="0" b="1"/>
          </a:p>
        </p:txBody>
      </p:sp>
      <p:pic>
        <p:nvPicPr>
          <p:cNvPr id="101" name="R1 pic" descr="Leak: a drawn pipe with water d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 cold. What's wrong?</a:t>
            </a:r>
            <a:endParaRPr lang="en-US" sz="1800" dirty="0" b="1"/>
          </a:p>
        </p:txBody>
      </p:sp>
      <p:pic>
        <p:nvPicPr>
          <p:cNvPr id="102" name="R2 pic" descr="Heater: a drawn heater and a thermomet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write about a problem on a…?</a:t>
            </a:r>
            <a:endParaRPr lang="en-US" sz="1800" dirty="0" b="1"/>
          </a:p>
        </p:txBody>
      </p:sp>
      <p:pic>
        <p:nvPicPr>
          <p:cNvPr id="103" name="R3 pic" descr="Maintenance request: a drawn request form with &quot;Problem&quot; highlight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leak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maintenance request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 lives in an apartment. She's calling the building office. Mr. Grant is the building manager.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ink: a drawn sink and fauc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Grant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problems does Sara have?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day? What time?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problems does Sara have?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kitchen sink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toilet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8778240" y="3767328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767328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9930384" y="3712464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8778240" y="4425696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4425696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8650224" y="4370832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lock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8778240" y="5084064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5084064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9930384" y="5029200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80924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mouse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8778240" y="5742432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5742432"/>
            <a:ext cx="9144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5687568"/>
            <a:ext cx="11704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4B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4D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52557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4B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on the floor: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lot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3311957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heater screen is: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black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blue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4098341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black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884725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31596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Time: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67110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3:00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something, anything, any, someone, anyone, no one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0612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wrong with my kitchen sink.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833872" y="217013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747380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747380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73026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747380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____ water on the floor?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833872" y="279427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371523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371523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35441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371523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there's ____ else. The heater doesn't work.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833872" y="341841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399566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399566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39785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399566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don't see ____.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833872" y="404256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4619810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4619810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460269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4619810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send ____ tomorrow morning.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833872" y="466670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243953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243953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22684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243953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home at nine?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833872" y="529084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61" name="R7 card"/>
          <p:cNvSpPr/>
          <p:nvPr/>
        </p:nvSpPr>
        <p:spPr>
          <a:xfrm>
            <a:off x="1583741" y="5868097"/>
            <a:ext cx="6035040" cy="55099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R7 chip"/>
          <p:cNvSpPr/>
          <p:nvPr/>
        </p:nvSpPr>
        <p:spPr>
          <a:xfrm>
            <a:off x="544982" y="5868097"/>
            <a:ext cx="1039673" cy="550991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3" name="R7 num"/>
          <p:cNvSpPr/>
          <p:nvPr/>
        </p:nvSpPr>
        <p:spPr>
          <a:xfrm>
            <a:off x="686714" y="585098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7</a:t>
            </a:r>
            <a:endParaRPr lang="en-US" sz="3200" dirty="0" b="1"/>
          </a:p>
        </p:txBody>
      </p:sp>
      <p:sp>
        <p:nvSpPr>
          <p:cNvPr id="64" name="R7 text"/>
          <p:cNvSpPr/>
          <p:nvPr/>
        </p:nvSpPr>
        <p:spPr>
          <a:xfrm>
            <a:off x="1810512" y="5868097"/>
            <a:ext cx="3950208" cy="550991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____ is home in the morning.</a:t>
            </a:r>
            <a:endParaRPr lang="en-US" sz="1600" dirty="0"/>
          </a:p>
        </p:txBody>
      </p:sp>
      <p:sp>
        <p:nvSpPr>
          <p:cNvPr id="65" name="R7 ans"/>
          <p:cNvSpPr/>
          <p:nvPr/>
        </p:nvSpPr>
        <p:spPr>
          <a:xfrm>
            <a:off x="5833872" y="591499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stress and th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Stress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part.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thing: tongue between the teeth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(not ting).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yone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one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 (not ting)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 with my sink.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eater: a drawn heater and a thermome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 wrong?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wrong?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 with the heater. / with the sink.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wrong. It's fine.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anything wrong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the lock?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It doesn't close. The door is open.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epair person: a mechanic and a tool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home on Tuesday?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 after 3:00.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home. We work all day.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send someone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 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 morning.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Mouse: a m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see anything?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77240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772400" y="228600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772400" y="228600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(= I saw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.)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5603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anyone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772400" y="3566160"/>
            <a:ext cx="416052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772400" y="3566160"/>
            <a:ext cx="416052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 at 2:00.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moke alarm: a drawn smoke alarm &quot;BEEP!&quot; and a puff of smo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some- / any- / no-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WHERE?</a:t>
            </a:r>
            <a:endParaRPr lang="en-US" sz="16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THINGS  ·  PEOPLE  ·  EXAMPLE</a:t>
            </a:r>
            <a:endParaRPr lang="en-US" sz="16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sentence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004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2004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2004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home?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1148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not</a:t>
            </a:r>
            <a:endParaRPr lang="en-US" sz="1900" dirty="0" b="1"/>
          </a:p>
        </p:txBody>
      </p:sp>
      <p:sp>
        <p:nvSpPr>
          <p:cNvPr id="25" name="Answer bg 3"/>
          <p:cNvSpPr/>
          <p:nvPr/>
        </p:nvSpPr>
        <p:spPr>
          <a:xfrm>
            <a:off x="7223760" y="41148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223760" y="41148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not…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not…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anything.</a:t>
            </a:r>
            <a:endParaRPr lang="en-US" sz="18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029200"/>
            <a:ext cx="201168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alone</a:t>
            </a:r>
            <a:endParaRPr lang="en-US" sz="1900" dirty="0" b="1"/>
          </a:p>
        </p:txBody>
      </p:sp>
      <p:sp>
        <p:nvSpPr>
          <p:cNvPr id="28" name="Answer bg 4"/>
          <p:cNvSpPr/>
          <p:nvPr/>
        </p:nvSpPr>
        <p:spPr>
          <a:xfrm>
            <a:off x="7223760" y="5029200"/>
            <a:ext cx="470916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223760" y="5029200"/>
            <a:ext cx="470916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b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home.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something, anything, nothing, someone, anyone, no one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wrong with my toilet.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833872" y="2222144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wrong with the light?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833872" y="2950312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box is empty. There's ____ in it.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833872" y="3678479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hear ____ at the door.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833872" y="4406646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____ home on Friday?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833872" y="5134813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95020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is home. We're at work.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833872" y="5862980"/>
            <a:ext cx="17373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didn't hear ____.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Can you send ____ today?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714146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Is ____ wrong with the heater?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910742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There's ____ in the fridge.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nothing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14146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Did ____ call?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Lock: a 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nothing.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see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is wrong with the sink.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wrong with the sink.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not home.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home.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some one home?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home?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Toilet: a toi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and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anything wrong with the ____?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Yes, something is wrong with it. It's…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nothing is wrong.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on the New Words page. B answers.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Repair person: a mechanic and a tool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Repair Call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tenant. B = manager.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calls and says what's wrong.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 is wrong with my toilet. It's leaking.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asks one question.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any water on the floor?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 on an open day and time.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anyone home on Monday at 4:00?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An apartment with 7 problems: a drawn room: smoke alarm &quot;BEEP!&quot;, a light bulb recolored grey, a leaking sink, a heater and a snowflake, a door with an open lock, a cockroach, a mouse, a plant, a chair, a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Something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7 problems.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apartment picture.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7 problems.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something wrong with the…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a… on the…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what is OK, too.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isn't anything wrong with the chair.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Maintenance request: a drawn request form with &quot;Problem&quot; highligh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something / anything / nothing or someone / anyone / no one.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if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one is home in the morning, so please come at 3.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it again with something….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3 sentences: what's OK and what's wrong.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Practice a repair call.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one -ing and one -ed word.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what's wrong in my home.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something / anything / nothing.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a repair and set a time.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short maintenance request.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sink has a problem.   b. The sink is fine.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People are home on Monday.   b. The apartment is empty on Monday.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 saw something.   b. I saw nothing.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repair person will come.   b. No repair person will come.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Light bulb: a light 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what's wrong in a home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something / anything / nothing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a repair and set a time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Sara, Mr. Grant, and Ken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12: Something's Wrong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