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70" r:id="rId33"/>
    <p:sldId id="471" r:id="rId34"/>
    <p:sldId id="472" r:id="rId35"/>
    <p:sldId id="473" r:id="rId36"/>
    <p:sldId id="474" r:id="rId31"/>
    <p:sldId id="475" r:id="rId30"/>
    <p:sldId id="476" r:id="rId29"/>
    <p:sldId id="477" r:id="rId28"/>
    <p:sldId id="478" r:id="rId27"/>
    <p:sldId id="479" r:id="rId20"/>
    <p:sldId id="480" r:id="rId18"/>
    <p:sldId id="481" r:id="rId17"/>
    <p:sldId id="482" r:id="rId16"/>
    <p:sldId id="483" r:id="rId14"/>
    <p:sldId id="484" r:id="rId13"/>
    <p:sldId id="485" r:id="rId12"/>
    <p:sldId id="486" r:id="rId11"/>
    <p:sldId id="487" r:id="rId10"/>
    <p:sldId id="488" r:id="rId8"/>
    <p:sldId id="489" r:id="rId7"/>
    <p:sldId id="490" r:id="rId6"/>
    <p:sldId id="491" r:id="rId5"/>
    <p:sldId id="492" r:id="rId4"/>
    <p:sldId id="493" r:id="rId3"/>
    <p:sldId id="494" r:id="rId57"/>
    <p:sldId id="49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L3_L9_listening.mp3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Level3_Lesson9.md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"He's good at fixing cars." (a) • 2 "She's interested in working with children." (b) • 3 "He doesn't mind working at night." (a) • 4 "He enjoys cooking for his family." (b)</a:t>
            </a:r>
          </a:p>
          <a:p>
            <a:r>
              <a:t>Parts B and C: learners do them alone. Walk around and help with the instructions only. B answers: 1 at, 2 in, 3 working, 4 helping. C: answers will vary (for example I'm good at organizing. I organize the shelves at my job. / I'm interested in learning about computers.).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phrases (A) and with at / in + -ing (B, C).</a:t>
            </a:r>
          </a:p>
          <a:p>
            <a:r>
              <a:t>Collect the pages (or check them at the start of Week 11). If behind: do the Progress Check in Week 11 at 6:00, while learners arrive.</a:t>
            </a:r>
          </a:p>
          <a:p>
            <a:r>
              <a:t>Source: Level3_Lesson9.md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good at or interested in + -ing (I'm good at organizing things.), and one with an example and because or so (I'm reliable, so I'm never late.).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sentence with the -ing word (I / good at / drive → I'm good at driving.) • 2 a manager says Tell me about yourself: write 3–4 sentences (you can invent the details) • 3 ask a family member or a coworker: What are you good at? Write the answer and one example • 4 review (Lesson 8): 2 sentences with mine, yours, his, hers, ours, or theirs.</a:t>
            </a:r>
          </a:p>
          <a:p>
            <a:r>
              <a:t>Read &amp; Write (7:17–7:25, on the Student Pages): two job ads; questions 1–5; then a 3-sentence skills summary for themselves or an invented person. If behind: questions 1–5 only; the summary becomes homework.</a:t>
            </a:r>
          </a:p>
          <a:p>
            <a:r>
              <a:t>Source: Level3_Lesson9.md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5, continued. The Manager Questions from the Talk Time page. Each click shows the next question.</a:t>
            </a:r>
          </a:p>
          <a:p>
            <a:r>
              <a:t>Applicants answer with good at / interested in / enjoy / don't mind and give an example. Managers write one strength after each interview. Do they get a second interview? Why?</a:t>
            </a:r>
          </a:p>
          <a:p>
            <a:r>
              <a:t>Source: Level3_Lesson9.md (Talk Time: Manager Questions; My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Interview Rotation · 12 min. Two circles: the inner circle are managers; the outer circle are applicants.</a:t>
            </a:r>
          </a:p>
          <a:p>
            <a:r>
              <a:t>Before (2 min): each manager chooses a job card (1–4: warehouse, hotel, kitchen, childcare) and the Manager Questions. Each applicant fills in the "My answers" box on their page (strengths, experience, shifts). Invented details are fine.</a:t>
            </a:r>
          </a:p>
          <a:p>
            <a:r>
              <a:t>Model with one learner (1 min): you are the manager at the hotel (card 2). "Tell me about yourself." → (answer) → "What are you good at?" → (answer) → follow-up: "Can you give me an example?"</a:t>
            </a:r>
          </a:p>
          <a:p>
            <a:r>
              <a:t>Rotation (6 min): each interview is about 2 minutes: the manager asks 3 questions from the card and one follow-up, then writes one strength in the notes table. Then say "Move!" The outer circle moves one person to the right. 3 rotations. Each click shows the next step.</a:t>
            </a:r>
          </a:p>
          <a:p>
            <a:r>
              <a:t>Switch (3 min): managers and applicants change places for one or two more rotations. Finish: ask 2 managers: "Who gets a second interview? Why?" (Ana, because she's good at organizing.) If behind: 2 rotations, no role switch.</a:t>
            </a:r>
          </a:p>
          <a:p>
            <a:r>
              <a:t>Invented job histories are fine (important): invite, don't require, real job details. Learners can talk about home, family, or volunteer work, or invent a job history. Never ask about immigration or work status, papers, or pay.</a:t>
            </a:r>
          </a:p>
          <a:p>
            <a:r>
              <a:t>Source: Level3_Lesson9.md (Step 5; Talk Time pages).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"What are you good at?" B answers and gives one example (I'm good at cooking. I cook for my family every day.). Switch.</a:t>
            </a:r>
          </a:p>
          <a:p>
            <a:r>
              <a:t>If behind: skip the pair drill. Talk Time practices it.</a:t>
            </a:r>
          </a:p>
          <a:p>
            <a:r>
              <a:t>Source: Level3_Lesson9.md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1, 3, 4: after at, enjoy, and don't mind, use -ing • 2: interested in (not on). Save bored / boring for Lesson 11.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Level3_Lesson9.md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at, 2 in, 3 helping, 4 working, 5 good with.</a:t>
            </a:r>
          </a:p>
          <a:p>
            <a:r>
              <a:t>Source: Level3_Lesson9.md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cooking, 2 learning, 3 working, 4 organizing, 5 shopping, 6 fixing.</a:t>
            </a:r>
          </a:p>
          <a:p>
            <a:r>
              <a:t>Source: Level3_Lesson9.md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(2 min): read the spelling rows: fix → fixing, organize → organizing (no e), shop → shopping (double letter). Each click shows one row.</a:t>
            </a:r>
          </a:p>
          <a:p>
            <a:r>
              <a:t>Spelling: most verbs add -ing. Drop a final e (organize → organizing). Short words like shop, run double the last letter (shopping, running). Don't teach more rules than this.</a:t>
            </a:r>
          </a:p>
          <a:p>
            <a:r>
              <a:t>Check questions: "I'm interested ___ learning." (in) • "I enjoy ___ (help) people." (helping) • "I'm good ___ cooking." (at) • "I don't mind ___ (work) at night." (working)</a:t>
            </a:r>
          </a:p>
          <a:p>
            <a:r>
              <a:t>Source: Level3_Lesson9.md (Step 4; Grammar Box 4; Teacher notes: Spelling).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enjoy / don't mind + -ing. Each click shows the answer side of one row.</a:t>
            </a:r>
          </a:p>
          <a:p>
            <a:r>
              <a:t>Give an example: in a real interview, a strength is stronger with an example: I'm reliable. I was never late at my last job. Praise every example.</a:t>
            </a:r>
          </a:p>
          <a:p>
            <a:r>
              <a:t>Source: Level3_Lesson9.md (Step 4; Grammar Box 3; Teacher notes: Give an example).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interested in + -ing. Each click shows the answer side of one row.</a:t>
            </a:r>
          </a:p>
          <a:p>
            <a:r>
              <a:t>The one rule: after at, in, about (and after enjoy and don't mind), use -ing: good at fixing, interested in learning, enjoy helping, don't mind working.</a:t>
            </a:r>
          </a:p>
          <a:p>
            <a:r>
              <a:t>Source: Level3_Lesson9.md (Step 4; Grammar Box 2; Teacher notes: The one rule).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write on the board: good at + fixing. Say: "After at, in, about, the verb gets -ing." Write I'm good at fix. and cross it out.</a:t>
            </a:r>
          </a:p>
          <a:p>
            <a:r>
              <a:t>Boxes 1, 2, and 3 (5 min): read a question from the left; the class answers from the right. Each click shows the answer side of one row. Then ask 3 learners: "What are you good at?" Help them finish with an -ing word.</a:t>
            </a:r>
          </a:p>
          <a:p>
            <a:r>
              <a:t>good at + an activity (good at cooking). good with + people or things (good with people, good with numbers, good with my hands).</a:t>
            </a:r>
          </a:p>
          <a:p>
            <a:r>
              <a:t>Source: Level3_Lesson9.md (Step 4; Grammar Box 1; Teacher notes: good at or good with).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"The end of -ing is in the nose: fix-ing, help-ing, work-ing." Don't add a g or k sound at the end.</a:t>
            </a:r>
          </a:p>
          <a:p>
            <a:r>
              <a:t>Then stress: INterested, exPERience. The class repeats each word twice.</a:t>
            </a:r>
          </a:p>
          <a:p>
            <a:r>
              <a:t>Source: Level3_Lesson9.md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fixing, 2 solving, 3 working, 4 helping, 5 learning, 6 working.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Level3_Lesson9.md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item, 1 to 5): 1 three years • 2 ✓ fixing things, ✓ solving problems, ✓ helping people, ✗ cooking, ✗ driving • 3 the day shift • 4 Yes, she doesn't mind working weekends. • 5 Thursday.</a:t>
            </a:r>
          </a:p>
          <a:p>
            <a:r>
              <a:t>Source: Level3_Lesson9.md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(a second interview?). Pairs compare. Check together.</a:t>
            </a:r>
          </a:p>
          <a:p>
            <a:r>
              <a:t>Click to show the answer: Yes (on Thursday).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Level3_Lesson9.md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"Lucia has a job interview at a hotel. She wants a maintenance job. Does she get a second interview? Listen."</a:t>
            </a:r>
          </a:p>
          <a:p>
            <a:r>
              <a:t>There are three voices: a Narrator, Mr. Hall (the manager), and Lucia. Each click highlights the next voice.</a:t>
            </a:r>
          </a:p>
          <a:p>
            <a:r>
              <a:t>The audio (L3_L9_listening.mp3, about 1:15)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L3_L9_listening.mp3 (about 1:15)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Level3_Lesson9.md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"A paper with your jobs and skills is a…?" (résumé) • 2. "Morning, evening, or night work time is a…?" (shift) • 3. "A class at work for new workers is…?" (training)</a:t>
            </a:r>
          </a:p>
          <a:p>
            <a:r>
              <a:t>Source: Level3_Lesson9.md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makes a sentence (A: reliable. B: I'm reliable. I'm always on time. / I'm good at solving problems.). Switch.</a:t>
            </a:r>
          </a:p>
          <a:p>
            <a:r>
              <a:t>If behind: teach the ★ words only.</a:t>
            </a:r>
          </a:p>
          <a:p>
            <a:r>
              <a:t>Source: Level3_Lesson9.md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strength: make a strong arm. Show reliable: point to the clock, "always on time." Show good at: "I'm good at cooking. I'm not good at singing!" Mime both.</a:t>
            </a:r>
          </a:p>
          <a:p>
            <a:r>
              <a:t>If behind: teach the ★ words only.</a:t>
            </a:r>
          </a:p>
          <a:p>
            <a:r>
              <a:t>Source: Level3_Lesson9.md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"My strengths." Say: "Tonight we talk about what we are good at, for a job interview."</a:t>
            </a:r>
          </a:p>
          <a:p>
            <a:r>
              <a:t>Read the three lines under "Today you will". Give one quick example of each: "I'm good at fixing things." • "I'm interested in learning new skills." • "Tell me about yourself." → 3–4 sentences.</a:t>
            </a:r>
          </a:p>
          <a:p>
            <a:r>
              <a:t>Invented job histories are fine (important): invite, don't require, real job details. Learners can talk about home, family, or volunteer work, or invent a job history. Never ask about immigration or work status, papers, or pay.</a:t>
            </a:r>
          </a:p>
          <a:p>
            <a:r>
              <a:t>Source: Level3_Lesson9.md (Topic; At a glance: Objectives;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I'm good at fixing things. / I'm good with people. Goal 2: I'm interested in learning new skills. Goal 3: I enjoy helping people. I don't mind working weekends.</a:t>
            </a:r>
          </a:p>
          <a:p>
            <a:r>
              <a:t>Goal 4: I'm reliable. I was never late at my last job. Goal 5: answer Tell me about yourself in 3–4 sentences. Goal 6: read two short job ads and write a 3-sentence skills summary.</a:t>
            </a:r>
          </a:p>
          <a:p>
            <a:r>
              <a:t>"We check at 7:25" = the Progress Check. It is not a test grade.</a:t>
            </a:r>
          </a:p>
          <a:p>
            <a:r>
              <a:t>Source: Level3_Lesson9.md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Whose… is this? It's mine. / It's hers.</a:t>
            </a:r>
          </a:p>
          <a:p>
            <a:r>
              <a:t>Model with one learner: "Did you ever lose something important?" → (answer) → "Really? Where did you find it?"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Level3_Lesson9.md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8 Homework item 3 (The blue cup is mine…) to each other. The partner asks one question about it. Walk around. Write 2 common errors on the board (often It's the mine or his for a woman) and correct them together.</a:t>
            </a:r>
          </a:p>
          <a:p>
            <a:r>
              <a:t>Source: Level3_Lesson9.md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are you good at?" and wait for an answer with an example.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Level3_Lesson9.md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notesSlide" Target="../notesSlides/notesSlide2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notesSlide" Target="../notesSlides/notesSlide2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Relationship Id="rId8" Type="http://schemas.openxmlformats.org/officeDocument/2006/relationships/notesSlide" Target="../notesSlides/notesSlide2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5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7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rength: a flexed arm and a 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Strengths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good at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interested in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Tell me about yourself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invent your job history.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good at.</a:t>
            </a:r>
            <a:endParaRPr lang="en-US" sz="20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fixing things.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interested in.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 enjoy and don't mind.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an example after a strength.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Tell me about yourself.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job ads and write a skills summary.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Good at: a mechanic; bubble &quot;I'm good at fixing things.&quot;;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ever lose something important?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did you find it?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did you find it? Whose is it? What color is it?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 you ever lose something important? What was it?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your bag. What is in it? Is it all yours?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friend finds a phone in class. What does she say?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Describe your favorite jacket or bag.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8, item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Strength: a flexed arm and a st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strength</a:t>
            </a:r>
            <a:endParaRPr lang="en-US" sz="2000" dirty="0" b="1"/>
          </a:p>
        </p:txBody>
      </p:sp>
      <p:pic>
        <p:nvPicPr>
          <p:cNvPr id="19" name="Word picture 2" descr="Good at: a mechanic; bubble &quot;I'm good at fixing things.&quot;; a check mar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good at</a:t>
            </a:r>
            <a:endParaRPr lang="en-US" sz="2000" dirty="0" b="1"/>
          </a:p>
        </p:txBody>
      </p:sp>
      <p:pic>
        <p:nvPicPr>
          <p:cNvPr id="21" name="Word picture 3" descr="Interested in: a person, a light bulb, an arrow to a lapto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interested in</a:t>
            </a:r>
            <a:endParaRPr lang="en-US" sz="2000" dirty="0" b="1"/>
          </a:p>
        </p:txBody>
      </p:sp>
      <p:pic>
        <p:nvPicPr>
          <p:cNvPr id="23" name="Word picture 4" descr="Experience: a toolbox and a sign &quot;5 years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experience</a:t>
            </a:r>
            <a:endParaRPr lang="en-US" sz="2000" dirty="0" b="1"/>
          </a:p>
        </p:txBody>
      </p:sp>
      <p:pic>
        <p:nvPicPr>
          <p:cNvPr id="25" name="Word picture 5" descr="Reliable: an alarm clock and &quot;on time every day&quot;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reliable</a:t>
            </a:r>
            <a:endParaRPr lang="en-US" sz="2000" dirty="0" b="1"/>
          </a:p>
        </p:txBody>
      </p:sp>
      <p:pic>
        <p:nvPicPr>
          <p:cNvPr id="27" name="Word picture 6" descr="Teamwork: a woman, a handshake, a ma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teamwork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Organize: three drawn labeled binders (our drawing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organize</a:t>
            </a:r>
            <a:endParaRPr lang="en-US" sz="2000" dirty="0" b="1"/>
          </a:p>
        </p:txBody>
      </p:sp>
      <p:pic>
        <p:nvPicPr>
          <p:cNvPr id="19" name="Word picture 2" descr="Solve problems: two puzzle pieces (one mirrored), an arrow, a check mar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solve problems</a:t>
            </a:r>
            <a:endParaRPr lang="en-US" sz="2000" dirty="0" b="1"/>
          </a:p>
        </p:txBody>
      </p:sp>
      <p:pic>
        <p:nvPicPr>
          <p:cNvPr id="21" name="Word picture 3" descr="Résumé: a drawn résumé form (name, experience, skills, training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résumé</a:t>
            </a:r>
            <a:endParaRPr lang="en-US" sz="2000" dirty="0" b="1"/>
          </a:p>
        </p:txBody>
      </p:sp>
      <p:pic>
        <p:nvPicPr>
          <p:cNvPr id="23" name="Word picture 4" descr="Apply: a drawn job application form and a penci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apply</a:t>
            </a:r>
            <a:endParaRPr lang="en-US" sz="2000" dirty="0" b="1"/>
          </a:p>
        </p:txBody>
      </p:sp>
      <p:pic>
        <p:nvPicPr>
          <p:cNvPr id="25" name="Word picture 5" descr="Training: a teacher and two learners (one mirrored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</a:t>
            </a:r>
            <a:endParaRPr lang="en-US" sz="2000" dirty="0" b="1"/>
          </a:p>
        </p:txBody>
      </p:sp>
      <p:pic>
        <p:nvPicPr>
          <p:cNvPr id="27" name="Word picture 6" descr="Shift: a sun &quot;7 a.m.–3 p.m.&quot; and a moon &quot;3 p.m.–11 p.m.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paper with your jobs and skills is a…?</a:t>
            </a:r>
            <a:endParaRPr lang="en-US" sz="1800" dirty="0" b="1"/>
          </a:p>
        </p:txBody>
      </p:sp>
      <p:pic>
        <p:nvPicPr>
          <p:cNvPr id="101" name="R1 pic" descr="Résumé: a drawn résumé form (name, experience, skills, training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Morning, evening, or night work time is a…?</a:t>
            </a:r>
            <a:endParaRPr lang="en-US" sz="1800" dirty="0" b="1"/>
          </a:p>
        </p:txBody>
      </p:sp>
      <p:pic>
        <p:nvPicPr>
          <p:cNvPr id="102" name="R2 pic" descr="Shift: a sun &quot;7 a.m.–3 p.m.&quot; and a moon &quot;3 p.m.–11 p.m.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class at work for new workers is…?</a:t>
            </a:r>
            <a:endParaRPr lang="en-US" sz="1800" dirty="0" b="1"/>
          </a:p>
        </p:txBody>
      </p:sp>
      <p:pic>
        <p:nvPicPr>
          <p:cNvPr id="103" name="R3 pic" descr="Training: a teacher and two learners (one mirrored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résumé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training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 has a job interview at a hotel. She wants a maintenance job. Mr. Hall is the manager.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Experience: a toolbox and a sign &quot;5 years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Hall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get a second interview?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she good at?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8686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8686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53928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8686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Lucia get a second interview?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260329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or check ✓.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38841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Experience: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five years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650992" y="2452421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years</a:t>
            </a:r>
            <a:endParaRPr lang="en-US" sz="15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037637"/>
            <a:ext cx="6035040" cy="10058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037637"/>
            <a:ext cx="1039673" cy="10058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037637"/>
            <a:ext cx="3767328" cy="100584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good at… / She enjoys…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☐ fixing things  ☐ solving problems  ☐ helping people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☐ cooking  ☐ driving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650992" y="3311957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 fixing things, solving problems, helping people</a:t>
            </a:r>
            <a:endParaRPr lang="en-US" sz="15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11662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11662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10748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11662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Shift: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day shift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night shift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650992" y="417149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day shift</a:t>
            </a:r>
            <a:endParaRPr lang="en-US" sz="15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747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she work weekends?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650992" y="481157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15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396789"/>
            <a:ext cx="6035040" cy="56692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396789"/>
            <a:ext cx="1039673" cy="56692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38764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396789"/>
            <a:ext cx="3767328" cy="566928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second interview is on: 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Tuesday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650992" y="545165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5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-ing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things.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problems.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solving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____ on a team?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enjoy ____ people.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very interested in ____ about the machines here.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____ weekends.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-ing and stress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end of -ing is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nose.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g or k sound at the end.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word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help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work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terested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ience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Good at: a mechanic; bubble &quot;I'm good at fixing things.&quot;;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 + -ing  ·  good with + people or things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fix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things. / cook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475488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am. 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organiz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shelves.</a:t>
            </a:r>
            <a:endParaRPr lang="en-US" sz="17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8288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33" name="Question 3"/>
          <p:cNvSpPr/>
          <p:nvPr/>
        </p:nvSpPr>
        <p:spPr>
          <a:xfrm>
            <a:off x="3401568" y="5532120"/>
            <a:ext cx="26060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people?</a:t>
            </a:r>
            <a:endParaRPr lang="en-US" sz="1700" dirty="0" b="1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 / numbers. / my hands.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Interested in: a person, a light bulb, an arrow to a lapt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 + -ing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learn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new skills.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training?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I'm very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interested 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computers.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eamwork: a woman, a handshake, a 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/ don't mind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 + -ing  ·  don't mind + -ing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01568" y="3977640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working on a team?</a:t>
            </a:r>
            <a:endParaRPr lang="en-US" sz="17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enjoy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help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people.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82880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8288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01568" y="5202936"/>
            <a:ext cx="26060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weekends?</a:t>
            </a:r>
            <a:endParaRPr lang="en-US" sz="17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mind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weekends. / work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night.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Organize: three drawn labeled binders (our drawi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-ing Spelling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RULE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EXAMPLES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MOST VERBS: + -ing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help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work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END IN e: no e + -ing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8328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8328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solve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solving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drive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driving</a:t>
            </a:r>
            <a:endParaRPr lang="en-US" sz="18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265176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WORDS: double + -ing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480560"/>
            <a:ext cx="406908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480560"/>
            <a:ext cx="406908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run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running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plan →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planning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-ing word.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  ·  interested in  ·  enjoy  ·  don't mind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-ing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(cook).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interested in ____ (learn) English.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learning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____ (work) outside?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good at ____ (organize) things.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organizing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don't mind ____ (shop) for the office.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shopping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____ (fix) bikes.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fixing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I'm good ____ solving problems.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452360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326880" y="3108960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324344" y="3054096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Are you interested ____ training?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452360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326880" y="3767328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198864" y="3712464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 enjoy ____ customers.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452360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326880" y="4425696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helping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9198864" y="4370832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 don't mind ____ at night.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452360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326880" y="5084064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9198864" y="5029200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7665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She's ____ people.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452360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at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326880" y="5742432"/>
            <a:ext cx="16459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 with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9198864" y="5687568"/>
            <a:ext cx="190195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Reliable: an alarm clock and &quot;on time every day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cook.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good at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interested on computers.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interested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computers.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to work on a team.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enjoy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a team.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work weekends.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mind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weekends.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Solve problems: two puzzle pieces (one mirrored), an arrow,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+ one example.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are you good at?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I'm good at cooking. I cook for my family every day.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What are you good at? B answers and gives one example.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our job cards: 1 warehouse, 2 hotel, 3 kitchen, 4 childcare: four numbered cards: boxes (warehouse), a hotel, a frying pan (kitchen), a teddy bear (childcare); cards and text dra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4" y="3871813"/>
            <a:ext cx="3882542" cy="1811853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Interview Rotation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circles.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Inside = managers.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Managers choose a job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Applicants fill in "My answers."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questions + 1 follow-up.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strength. Then: Move!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outer circle moves one to the right.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Manager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3 questions + 1 follow-up.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 Why? Where did you learn that?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69287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11680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11680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11680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11680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yourself.</a:t>
            </a:r>
            <a:endParaRPr lang="en-US" sz="20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451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723083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723083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723083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723083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</a:t>
            </a:r>
            <a:endParaRPr lang="en-US" sz="20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856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43448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43448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43448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43448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interested in training?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56798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145890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145890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145890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145890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enjoy working on a team?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27939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4857293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4857293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4857293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4857293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shift can you work?</a:t>
            </a:r>
            <a:endParaRPr lang="en-US" sz="20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499079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7" name="R6 card"/>
          <p:cNvSpPr/>
          <p:nvPr/>
        </p:nvSpPr>
        <p:spPr>
          <a:xfrm>
            <a:off x="1583741" y="556869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R6 chip"/>
          <p:cNvSpPr/>
          <p:nvPr/>
        </p:nvSpPr>
        <p:spPr>
          <a:xfrm>
            <a:off x="544982" y="556869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9" name="R6 num"/>
          <p:cNvSpPr/>
          <p:nvPr/>
        </p:nvSpPr>
        <p:spPr>
          <a:xfrm>
            <a:off x="686714" y="556869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0" name="R6 text"/>
          <p:cNvSpPr/>
          <p:nvPr/>
        </p:nvSpPr>
        <p:spPr>
          <a:xfrm>
            <a:off x="1810512" y="556869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mind working weekends?</a:t>
            </a:r>
            <a:endParaRPr lang="en-US" sz="2000" dirty="0"/>
          </a:p>
        </p:txBody>
      </p:sp>
      <p:sp>
        <p:nvSpPr>
          <p:cNvPr id="61" name="R6 dot"/>
          <p:cNvSpPr/>
          <p:nvPr/>
        </p:nvSpPr>
        <p:spPr>
          <a:xfrm rot="10800000">
            <a:off x="6361481" y="57021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ésumé: a drawn résumé form (name, experience, skills, training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good at or interested in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One with an example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reliable, so I'm never late.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 with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Tell me about yourself: 3–4 sentences.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are you good at?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sentences with mine, yours….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good at.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I'm interested in.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my experience.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answer Tell me about yourself.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 can fix cars.   b. He wants to learn about cars.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She works with children now.   b. She wants to work with children.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Night work is OK for him.   b. Night work is a problem for him.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 doesn't like cooking.   b. He likes cooking for his family.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pply: a drawn job application form and a 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9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good at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you're interested in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Answer Tell me about yourself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Lucia and Mr. Hall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9: My Strengths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