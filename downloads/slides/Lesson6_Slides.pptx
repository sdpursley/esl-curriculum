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24.xml" ContentType="application/vnd.openxmlformats-officedocument.presentationml.notesSlide+xml"/>
  <Override PartName="/ppt/slides/slide3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79" r:id="rId30"/>
    <p:sldId id="272" r:id="rId18"/>
    <p:sldId id="277" r:id="rId28"/>
    <p:sldId id="260" r:id="rId6"/>
    <p:sldId id="264" r:id="rId10"/>
    <p:sldId id="259" r:id="rId5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9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Relationship Id="rId30" Type="http://schemas.openxmlformats.org/officeDocument/2006/relationships/slide" Target="slides/slide30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use 12–15 common irregular past verbs (went, got, had, met, felt…); ask and answer Did you…? and Wh- questions in the past; say didn't + verb; use ago (five years ago); tell a short life story with 6 or more past sentences.</a:t>
            </a:r>
          </a:p>
          <a:p>
            <a:r>
              <a:rPr lang="en-US" dirty="0"/>
              <a:t>Source: Level2_Curriculum_v5_public.md, Lesson 6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</a:t>
            </a:r>
          </a:p>
          <a:p>
            <a:r>
              <a:rPr lang="en-US" dirty="0"/>
              <a:t>Minutes 0–5: these questions review Lesson 5. Each click shows one question.</a:t>
            </a:r>
          </a:p>
          <a:p>
            <a:r>
              <a:rPr lang="en-US" dirty="0"/>
              <a:t>Source: Level2_Curriculum_v5_public.md, Lesson 6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ago. Click 1 and click 2 highlight one row each.</a:t>
            </a:r>
          </a:p>
          <a:p>
            <a:r>
              <a:rPr lang="en-US" dirty="0"/>
              <a:t>Q: Where does ago go? After the time: five years ago, two weeks ago.</a:t>
            </a:r>
          </a:p>
          <a:p>
            <a:r>
              <a:rPr lang="en-US" dirty="0"/>
              <a:t>More from the box: How long ago did you move here / start your job? Two / five / ten days / months / years ago.</a:t>
            </a:r>
          </a:p>
          <a:p>
            <a:r>
              <a:rPr lang="en-US" dirty="0"/>
              <a:t>Source: Level2_Curriculum_v5_public.md, Lesson 6 (Grammar Box 3;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irregular past, did, ago. Say: "Some verbs don't use -ed. We learn them one by one: go → went, get → got. For questions and no, use did / didn't + the base verb."</a:t>
            </a:r>
          </a:p>
          <a:p>
            <a:r>
              <a:rPr lang="en-US" dirty="0"/>
              <a:t>Grammar Box 1: each click highlights Did and its answers.</a:t>
            </a:r>
          </a:p>
          <a:p>
            <a:r>
              <a:rPr lang="en-US" dirty="0"/>
              <a:t>The "one past" rule (like the "one -s" rule): with did / didn't, the main verb is not past: Did you go? not Did you went?</a:t>
            </a:r>
          </a:p>
          <a:p>
            <a:r>
              <a:rPr lang="en-US" dirty="0"/>
              <a:t>Source: Level2_Curriculum_v5_public.md, Lesson 6 (Step 4; Grammar Box 1;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Did you went? uses two past forms. 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6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go · met · five years ago.</a:t>
            </a:r>
          </a:p>
          <a:p>
            <a:r>
              <a:rPr lang="en-US" dirty="0"/>
              <a:t>Short Memory Game (last 5 min): pairs turn over verb cards and match go – went, get – got… If behind: skip the Memory Game.</a:t>
            </a:r>
          </a:p>
          <a:p>
            <a:r>
              <a:rPr lang="en-US" dirty="0"/>
              <a:t>Source: Level2_Curriculum_v5_public.md, Lesson 6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Where…? When…? How…? Each click highlights did.</a:t>
            </a:r>
          </a:p>
          <a:p>
            <a:r>
              <a:rPr lang="en-US" dirty="0"/>
              <a:t>More from the box: Where did you go to school? When did you get your first job? I got my first job five years ago.</a:t>
            </a:r>
          </a:p>
          <a:p>
            <a:r>
              <a:rPr lang="en-US" dirty="0"/>
              <a:t>Q: How do I make a question in the past? Use did at the front: Did you move here? Where did you grow up?</a:t>
            </a:r>
          </a:p>
          <a:p>
            <a:r>
              <a:rPr lang="en-US" dirty="0"/>
              <a:t>Q: Can I use did with was / were? No. Were you nervous? (not Did you were nervous?)</a:t>
            </a:r>
          </a:p>
          <a:p>
            <a:r>
              <a:rPr lang="en-US" dirty="0"/>
              <a:t>Source: Level2_Curriculum_v5_public.md, Lesson 6 (Grammar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Each click shows one word.</a:t>
            </a:r>
          </a:p>
          <a:p>
            <a:r>
              <a:rPr lang="en-US" dirty="0"/>
              <a:t>Star words here: grew up, went to school, got a job, moved (to a new city), met (a friend).</a:t>
            </a:r>
          </a:p>
          <a:p>
            <a:r>
              <a:rPr lang="en-US" dirty="0"/>
              <a:t>Life in Order: pairs put the life-event words in a typical order (grew up → went to school → got a job…). Many orders are OK.</a:t>
            </a:r>
          </a:p>
          <a:p>
            <a:r>
              <a:rPr lang="en-US" dirty="0"/>
              <a:t>If behind: teach the star words only.</a:t>
            </a:r>
          </a:p>
          <a:p>
            <a:r>
              <a:rPr lang="en-US" dirty="0"/>
              <a:t>Source: Level2_Curriculum_v5_public.md, Lesson 6 (Step 2; Student Page 6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and negative sentences. Click 1 and click 2 show one row each.</a:t>
            </a:r>
          </a:p>
          <a:p>
            <a:r>
              <a:rPr lang="en-US" dirty="0"/>
              <a:t>Common irregular verbs: go → went, have → had, get → got, come → came, make → made, take → took, meet → met, find → found, feel → felt, buy → bought, leave → left, know → knew, grow up → grew up, see → saw, eat → ate.</a:t>
            </a:r>
          </a:p>
          <a:p>
            <a:r>
              <a:rPr lang="en-US" dirty="0"/>
              <a:t>Pronunciation (If time ①): "Did you" → "didja." Learners only need to recognize the fast form.</a:t>
            </a:r>
          </a:p>
          <a:p>
            <a:r>
              <a:rPr lang="en-US" dirty="0"/>
              <a:t>Source: Level2_Curriculum_v5_public.md, Lesson 6 (Common irregular verbs; Sentences;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read their 6 homework sentences. The listener raises a hand at every was / were and every -ed.</a:t>
            </a:r>
          </a:p>
          <a:p>
            <a:r>
              <a:rPr lang="en-US" dirty="0"/>
              <a:t>Each click shows one answer. The lines review Lesson 5 (homework model, Grammar Boxes).</a:t>
            </a:r>
          </a:p>
          <a:p>
            <a:r>
              <a:rPr lang="en-US" dirty="0"/>
              <a:t>Teacher: note 2 common errors for the board. If behind: collect the homework.</a:t>
            </a:r>
          </a:p>
          <a:p>
            <a:r>
              <a:rPr lang="en-US" dirty="0"/>
              <a:t>Source: Level2_Curriculum_v5_public.md, Lesson 6 (Step 1); Lesson 5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Timeline Interview. Pairs, then groups of 4 (15) / one group (7–8). Each click shows one step.</a:t>
            </a:r>
          </a:p>
          <a:p>
            <a:r>
              <a:rPr lang="en-US" dirty="0"/>
              <a:t>Do (3 min): each learner draws a timeline with 4 events (true or invented). Interview (5 min): the partner asks When did you…? Did you…? How did you feel? Then switch.</a:t>
            </a:r>
          </a:p>
          <a:p>
            <a:r>
              <a:rPr lang="en-US" dirty="0"/>
              <a:t>Report (2 min): one fact about the partner: "Rosa moved here six years ago. She felt nervous."</a:t>
            </a:r>
          </a:p>
          <a:p>
            <a:r>
              <a:rPr lang="en-US" dirty="0"/>
              <a:t>Privacy: learners choose what to share and can make it up. If behind: pairs only; skip the report.</a:t>
            </a:r>
          </a:p>
          <a:p>
            <a:r>
              <a:rPr lang="en-US" dirty="0"/>
              <a:t>Source: Level2_Curriculum_v5_public.md, Lesson 6 (Step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one sentence with an irregular verb and ago.</a:t>
            </a:r>
          </a:p>
          <a:p>
            <a:r>
              <a:rPr lang="en-US" dirty="0"/>
              <a:t>Homework (15 minutes): 1. Draw a timeline of your life with 5 points (true or invented). 2. Write your story in 6–8 sentences with at least 4 irregular verbs and ago (I grew up in… I moved here six years ago…). 3. Bonus: ask a family member 3 questions with Did you…? or When did you…? Do the first timeline point together.</a:t>
            </a:r>
          </a:p>
          <a:p>
            <a:r>
              <a:rPr lang="en-US" dirty="0"/>
              <a:t>Source: Level2_Curriculum_v5_public.md, Lesson 6 (Step 6; Student Page 6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(true / false). Each click circles one answer and shows the correction. The audio plays once, play again if needed.</a:t>
            </a:r>
          </a:p>
          <a:p>
            <a:r>
              <a:rPr lang="en-US" dirty="0"/>
              <a:t>Answer key: 1 F (a small town); 2 T; 3 F (she knew three words); 4 T; 5 F (a little boy).</a:t>
            </a:r>
          </a:p>
          <a:p>
            <a:r>
              <a:rPr lang="en-US" dirty="0"/>
              <a:t>Source: Level2_Curriculum_v5_public.md, Lesson 6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6.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felt nervous, felt happy, ago (5 years ago).</a:t>
            </a:r>
          </a:p>
          <a:p>
            <a:r>
              <a:rPr lang="en-US" dirty="0"/>
              <a:t>Privacy: life-story activities always allow invented answers. Never ask about immigration status, documents, or why someone left a country.</a:t>
            </a:r>
          </a:p>
          <a:p>
            <a:r>
              <a:rPr lang="en-US" dirty="0"/>
              <a:t>Source: Level2_Curriculum_v5_public.md, Lesson 6 (Step 2; Student Page 6;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grew; moved; didn't; felt.</a:t>
            </a:r>
          </a:p>
          <a:p>
            <a:r>
              <a:rPr lang="en-US" dirty="0"/>
              <a:t>Ask: "Ana says I grew up. What is the present?" (grow up)</a:t>
            </a:r>
          </a:p>
          <a:p>
            <a:r>
              <a:rPr lang="en-US" dirty="0"/>
              <a:t>"Say it" (1–2 min): the class repeats "When did you move here?" and "I moved here eight years ago."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Level2_Curriculum_v5_public.md, Lesson 6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Ago goes after the time. Teach about 15 irregular verbs only (the list on the Grammar page).</a:t>
            </a:r>
          </a:p>
          <a:p>
            <a:r>
              <a:rPr lang="en-US" dirty="0"/>
              <a:t>Source: Level2_Curriculum_v5_public.md, Lesson 6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(L6_listening.mp3, about 1:30). Audio: L6_listening.mp3 (about 1:30). The audio plays once, play again if needed. Audio coming soon: until it is ready, read the script with a volunteer learner.</a:t>
            </a:r>
          </a:p>
          <a:p>
            <a:r>
              <a:rPr lang="en-US" dirty="0"/>
              <a:t>Before you listen: "Sam talks to Ana about her life. What questions does he ask?" Write 2 guesses.</a:t>
            </a:r>
          </a:p>
          <a:p>
            <a:r>
              <a:rPr lang="en-US" dirty="0"/>
              <a:t>Listen 1 → Task A (put the events in order). Each click shows one number.</a:t>
            </a:r>
          </a:p>
          <a:p>
            <a:r>
              <a:rPr lang="en-US" dirty="0"/>
              <a:t>Answer key: 1 grew up in a small town; 2 moved to this city; 3 got her first job; 4 met her husband; 5 got married.</a:t>
            </a:r>
          </a:p>
          <a:p>
            <a:r>
              <a:rPr lang="en-US" dirty="0"/>
              <a:t>Source: Level2_Curriculum_v5_public.md, Lesson 6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K1" Type="http://schemas.openxmlformats.org/officeDocument/2006/relationships/image" Target="../media/k_L4_right_now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Q1" Type="http://schemas.openxmlformats.org/officeDocument/2006/relationships/image" Target="../media/k_L6_grew_up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Q1" Type="http://schemas.openxmlformats.org/officeDocument/2006/relationships/image" Target="../media/k_L5_last_weekend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Q1" Type="http://schemas.openxmlformats.org/officeDocument/2006/relationships/image" Target="../media/k_L6_grew_up.png"/><Relationship Id="rIdQ2" Type="http://schemas.openxmlformats.org/officeDocument/2006/relationships/image" Target="../media/k_L6_went_to_school.png"/><Relationship Id="rIdQ3" Type="http://schemas.openxmlformats.org/officeDocument/2006/relationships/image" Target="../media/k_L6_got_a_job.png"/><Relationship Id="rIdQ4" Type="http://schemas.openxmlformats.org/officeDocument/2006/relationships/image" Target="../media/k_L6_first_job.png"/><Relationship Id="rIdQ5" Type="http://schemas.openxmlformats.org/officeDocument/2006/relationships/image" Target="../media/k_L6_moved.png"/><Relationship Id="rIdQ6" Type="http://schemas.openxmlformats.org/officeDocument/2006/relationships/image" Target="../media/k_L6_found_an_apartment.png"/><Relationship Id="rIdQ7" Type="http://schemas.openxmlformats.org/officeDocument/2006/relationships/image" Target="../media/k_L6_met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Q1" Type="http://schemas.openxmlformats.org/officeDocument/2006/relationships/image" Target="../media/k_L6_got_married.png"/><Relationship Id="rIdQ2" Type="http://schemas.openxmlformats.org/officeDocument/2006/relationships/image" Target="../media/k_L6_had_a_baby.png"/><Relationship Id="rIdQ3" Type="http://schemas.openxmlformats.org/officeDocument/2006/relationships/image" Target="../media/k_L6_bought.png"/><Relationship Id="rIdQ4" Type="http://schemas.openxmlformats.org/officeDocument/2006/relationships/image" Target="../media/k_L6_learned.png"/><Relationship Id="rIdQ5" Type="http://schemas.openxmlformats.org/officeDocument/2006/relationships/image" Target="../media/k_L6_felt_nervous.png"/><Relationship Id="rIdQ6" Type="http://schemas.openxmlformats.org/officeDocument/2006/relationships/image" Target="../media/k_L6_felt_happy.png"/><Relationship Id="rIdQ7" Type="http://schemas.openxmlformats.org/officeDocument/2006/relationships/image" Target="../media/k_L6_ago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Q1" Type="http://schemas.openxmlformats.org/officeDocument/2006/relationships/image" Target="../media/k_L6_went_to_school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Q1" Type="http://schemas.openxmlformats.org/officeDocument/2006/relationships/image" Target="../media/k_L6_moved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Q1" Type="http://schemas.openxmlformats.org/officeDocument/2006/relationships/image" Target="../media/k_L6_ago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Q1" Type="http://schemas.openxmlformats.org/officeDocument/2006/relationships/image" Target="../media/k_L6_went_to_school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Q1" Type="http://schemas.openxmlformats.org/officeDocument/2006/relationships/image" Target="../media/k_L6_got_married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Q1" Type="http://schemas.openxmlformats.org/officeDocument/2006/relationships/image" Target="../media/k_L6_learned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Q1" Type="http://schemas.openxmlformats.org/officeDocument/2006/relationships/image" Target="../media/k_L6_felt_happy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Q1" Type="http://schemas.openxmlformats.org/officeDocument/2006/relationships/image" Target="../media/k_L6_found_an_apartment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(Week 6)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Story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12–15 irregular past verbs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Did you…? When did you…?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didn't + verb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your story with ago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6_grew_up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 5.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was your weekend?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562856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it fun? What did you do?</a:t>
            </a:r>
            <a:endParaRPr lang="en-US" sz="2200" dirty="0"/>
          </a:p>
        </p:txBody>
      </p:sp>
      <p:pic>
        <p:nvPicPr>
          <p:cNvPr id="21" name="Picture 21" descr="L5_last_weeken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your 6 sentences.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Saturday I ___ tired.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 busy.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 the house. (clean)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 TV. (watch)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Hands up for every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/ were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cleaned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watched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Life in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order</a:t>
            </a:r>
            <a:endParaRPr lang="en-US" sz="2200" dirty="0"/>
          </a:p>
        </p:txBody>
      </p:sp>
      <p:pic>
        <p:nvPicPr>
          <p:cNvPr id="41" name="Picture 41" descr="grew up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grew up</a:t>
            </a:r>
            <a:endParaRPr lang="en-US" sz="2000" dirty="0"/>
          </a:p>
        </p:txBody>
      </p:sp>
      <p:pic>
        <p:nvPicPr>
          <p:cNvPr id="43" name="Picture 43" descr="went to school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 to school</a:t>
            </a:r>
            <a:endParaRPr lang="en-US" sz="2000" dirty="0"/>
          </a:p>
        </p:txBody>
      </p:sp>
      <p:pic>
        <p:nvPicPr>
          <p:cNvPr id="45" name="Picture 45" descr="got a job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got a job</a:t>
            </a:r>
            <a:endParaRPr lang="en-US" sz="2000" dirty="0"/>
          </a:p>
        </p:txBody>
      </p:sp>
      <p:pic>
        <p:nvPicPr>
          <p:cNvPr id="47" name="Picture 47" descr="first job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job</a:t>
            </a:r>
            <a:endParaRPr lang="en-US" sz="2000" dirty="0"/>
          </a:p>
        </p:txBody>
      </p:sp>
      <p:pic>
        <p:nvPicPr>
          <p:cNvPr id="49" name="Picture 49" descr="moved (to a new city)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moved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(to a new city)</a:t>
            </a:r>
            <a:endParaRPr lang="en-US" sz="2000" dirty="0"/>
          </a:p>
        </p:txBody>
      </p:sp>
      <p:pic>
        <p:nvPicPr>
          <p:cNvPr id="51" name="Picture 51" descr="found an apartment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found an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apartment</a:t>
            </a:r>
            <a:endParaRPr lang="en-US" sz="2000" dirty="0"/>
          </a:p>
        </p:txBody>
      </p:sp>
      <p:pic>
        <p:nvPicPr>
          <p:cNvPr id="53" name="Picture 53" descr="met (a friend)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(a friend)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 orders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OK.</a:t>
            </a:r>
            <a:endParaRPr lang="en-US" sz="2200" dirty="0"/>
          </a:p>
        </p:txBody>
      </p:sp>
      <p:pic>
        <p:nvPicPr>
          <p:cNvPr id="39" name="Picture 39" descr="got married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got married</a:t>
            </a:r>
            <a:endParaRPr lang="en-US" sz="2000" dirty="0"/>
          </a:p>
        </p:txBody>
      </p:sp>
      <p:pic>
        <p:nvPicPr>
          <p:cNvPr id="41" name="Picture 41" descr="had a baby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a baby</a:t>
            </a:r>
            <a:endParaRPr lang="en-US" sz="2000" dirty="0"/>
          </a:p>
        </p:txBody>
      </p:sp>
      <p:pic>
        <p:nvPicPr>
          <p:cNvPr id="43" name="Picture 43" descr="bought (a car)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bought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(a car)</a:t>
            </a:r>
            <a:endParaRPr lang="en-US" sz="2000" dirty="0"/>
          </a:p>
        </p:txBody>
      </p:sp>
      <p:pic>
        <p:nvPicPr>
          <p:cNvPr id="45" name="Picture 45" descr="learned (English)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learned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(English)</a:t>
            </a:r>
            <a:endParaRPr lang="en-US" sz="2000" dirty="0"/>
          </a:p>
        </p:txBody>
      </p:sp>
      <p:pic>
        <p:nvPicPr>
          <p:cNvPr id="47" name="Picture 47" descr="felt nervous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felt nervous</a:t>
            </a:r>
            <a:endParaRPr lang="en-US" sz="2000" dirty="0"/>
          </a:p>
        </p:txBody>
      </p:sp>
      <p:pic>
        <p:nvPicPr>
          <p:cNvPr id="49" name="Picture 49" descr="felt happy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felt happy</a:t>
            </a:r>
            <a:endParaRPr lang="en-US" sz="2000" dirty="0"/>
          </a:p>
        </p:txBody>
      </p:sp>
      <p:pic>
        <p:nvPicPr>
          <p:cNvPr id="51" name="Picture 51" descr="ago (5 years ago)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(5 years ago)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 or False?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283464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Ana grew up in a big city.</a:t>
            </a:r>
            <a:endParaRPr lang="en-US" sz="2000" dirty="0"/>
          </a:p>
        </p:txBody>
      </p:sp>
      <p:sp>
        <p:nvSpPr>
          <p:cNvPr id="68" name="Option 11"/>
          <p:cNvSpPr/>
          <p:nvPr/>
        </p:nvSpPr>
        <p:spPr>
          <a:xfrm>
            <a:off x="5852160" y="288036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7269480" y="288036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0" name="Circle 1"/>
          <p:cNvSpPr/>
          <p:nvPr/>
        </p:nvSpPr>
        <p:spPr>
          <a:xfrm>
            <a:off x="7141464" y="281635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1" name="Fix 1"/>
          <p:cNvSpPr/>
          <p:nvPr/>
        </p:nvSpPr>
        <p:spPr>
          <a:xfrm>
            <a:off x="8732520" y="2834640"/>
            <a:ext cx="219456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small town.</a:t>
            </a:r>
            <a:endParaRPr lang="en-US" sz="2000" dirty="0"/>
          </a:p>
        </p:txBody>
      </p:sp>
      <p:sp>
        <p:nvSpPr>
          <p:cNvPr id="72" name="Statement 2"/>
          <p:cNvSpPr/>
          <p:nvPr/>
        </p:nvSpPr>
        <p:spPr>
          <a:xfrm>
            <a:off x="502920" y="356616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She moved here eight years ago.</a:t>
            </a:r>
            <a:endParaRPr lang="en-US" sz="2000" dirty="0"/>
          </a:p>
        </p:txBody>
      </p:sp>
      <p:sp>
        <p:nvSpPr>
          <p:cNvPr id="73" name="Option 21"/>
          <p:cNvSpPr/>
          <p:nvPr/>
        </p:nvSpPr>
        <p:spPr>
          <a:xfrm>
            <a:off x="5852160" y="361188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4" name="Option 22"/>
          <p:cNvSpPr/>
          <p:nvPr/>
        </p:nvSpPr>
        <p:spPr>
          <a:xfrm>
            <a:off x="7269480" y="361188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5" name="Circle 2"/>
          <p:cNvSpPr/>
          <p:nvPr/>
        </p:nvSpPr>
        <p:spPr>
          <a:xfrm>
            <a:off x="5724144" y="354787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Statement 3"/>
          <p:cNvSpPr/>
          <p:nvPr/>
        </p:nvSpPr>
        <p:spPr>
          <a:xfrm>
            <a:off x="502920" y="429768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She spoke English very well.</a:t>
            </a:r>
            <a:endParaRPr lang="en-US" sz="2000" dirty="0"/>
          </a:p>
        </p:txBody>
      </p:sp>
      <p:sp>
        <p:nvSpPr>
          <p:cNvPr id="77" name="Option 31"/>
          <p:cNvSpPr/>
          <p:nvPr/>
        </p:nvSpPr>
        <p:spPr>
          <a:xfrm>
            <a:off x="5852160" y="434340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8" name="Option 32"/>
          <p:cNvSpPr/>
          <p:nvPr/>
        </p:nvSpPr>
        <p:spPr>
          <a:xfrm>
            <a:off x="7269480" y="434340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9" name="Circle 3"/>
          <p:cNvSpPr/>
          <p:nvPr/>
        </p:nvSpPr>
        <p:spPr>
          <a:xfrm>
            <a:off x="7141464" y="427939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0" name="Fix 3"/>
          <p:cNvSpPr/>
          <p:nvPr/>
        </p:nvSpPr>
        <p:spPr>
          <a:xfrm>
            <a:off x="8732520" y="4297680"/>
            <a:ext cx="219456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knew 3 words.</a:t>
            </a:r>
            <a:endParaRPr lang="en-US" sz="2000" dirty="0"/>
          </a:p>
        </p:txBody>
      </p:sp>
      <p:sp>
        <p:nvSpPr>
          <p:cNvPr id="81" name="Statement 4"/>
          <p:cNvSpPr/>
          <p:nvPr/>
        </p:nvSpPr>
        <p:spPr>
          <a:xfrm>
            <a:off x="502920" y="502920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Her first job was in a coffee shop.</a:t>
            </a:r>
            <a:endParaRPr lang="en-US" sz="2000" dirty="0"/>
          </a:p>
        </p:txBody>
      </p:sp>
      <p:sp>
        <p:nvSpPr>
          <p:cNvPr id="82" name="Option 41"/>
          <p:cNvSpPr/>
          <p:nvPr/>
        </p:nvSpPr>
        <p:spPr>
          <a:xfrm>
            <a:off x="5852160" y="507492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3" name="Option 42"/>
          <p:cNvSpPr/>
          <p:nvPr/>
        </p:nvSpPr>
        <p:spPr>
          <a:xfrm>
            <a:off x="7269480" y="507492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4" name="Circle 4"/>
          <p:cNvSpPr/>
          <p:nvPr/>
        </p:nvSpPr>
        <p:spPr>
          <a:xfrm>
            <a:off x="5724144" y="501091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Statement 5"/>
          <p:cNvSpPr/>
          <p:nvPr/>
        </p:nvSpPr>
        <p:spPr>
          <a:xfrm>
            <a:off x="502920" y="576072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Ana has a little girl.</a:t>
            </a:r>
            <a:endParaRPr lang="en-US" sz="2000" dirty="0"/>
          </a:p>
        </p:txBody>
      </p:sp>
      <p:sp>
        <p:nvSpPr>
          <p:cNvPr id="86" name="Option 51"/>
          <p:cNvSpPr/>
          <p:nvPr/>
        </p:nvSpPr>
        <p:spPr>
          <a:xfrm>
            <a:off x="5852160" y="580644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7" name="Option 52"/>
          <p:cNvSpPr/>
          <p:nvPr/>
        </p:nvSpPr>
        <p:spPr>
          <a:xfrm>
            <a:off x="7269480" y="580644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8" name="Circle 5"/>
          <p:cNvSpPr/>
          <p:nvPr/>
        </p:nvSpPr>
        <p:spPr>
          <a:xfrm>
            <a:off x="7141464" y="574243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9" name="Fix 5"/>
          <p:cNvSpPr/>
          <p:nvPr/>
        </p:nvSpPr>
        <p:spPr>
          <a:xfrm>
            <a:off x="8732520" y="5760720"/>
            <a:ext cx="219456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little boy.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up in a small town by the sea.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here eight years ago.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4033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____. I only knew three words.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nervous every day.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 says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grew up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present?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5532120" y="3278124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grew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5449824" y="4128516"/>
            <a:ext cx="113385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moved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287061" y="4978908"/>
            <a:ext cx="129661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532120" y="58293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felt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grow up?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base verb.</a:t>
            </a:r>
            <a:endParaRPr lang="en-US" sz="2000" dirty="0"/>
          </a:p>
        </p:txBody>
      </p:sp>
      <p:pic>
        <p:nvPicPr>
          <p:cNvPr id="65" name="Picture 65" descr="L6_went_to_schoo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4586859" y="411480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4586859" y="411480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5441274" y="4114800"/>
            <a:ext cx="199339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grow up?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4586859" y="484632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4586859" y="484632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5441274" y="4846320"/>
            <a:ext cx="229514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move here?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4586859" y="557784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4586859" y="557784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5441274" y="5577840"/>
            <a:ext cx="154076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feel?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grew up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a small town.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724912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moved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 in 2019.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3529584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felt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nervous.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Not: Did 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...?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6_move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grow up in a city?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move here?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work there?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 · ago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Ago?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6_ago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1481328" y="43159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2697480" y="43159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move here?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years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1481328" y="53675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1481328" y="52303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2697480" y="52303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start your job?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months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6_went_to_schoo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went to school?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school?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8554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went.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8554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goed to the store.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the store.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6_got_marrie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 five years.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years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get married in 2020.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married in 2020.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were nervous?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nervous?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one past rule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 to school here? (go)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 my wife in 2015. (meet)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 five years or five years ago?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</a:t>
            </a:r>
            <a:endParaRPr lang="en-US" sz="22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met</a:t>
            </a:r>
            <a:endParaRPr lang="en-US" sz="22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260604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years ago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 · positive and negative</a:t>
            </a:r>
            <a:endParaRPr lang="en-US" sz="2000" dirty="0"/>
          </a:p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and Didn't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Regular verbs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moved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move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Irregular verbs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school.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school.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-ed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endParaRPr lang="en-US" sz="6000" dirty="0"/>
          </a:p>
        </p:txBody>
      </p:sp>
      <p:pic>
        <p:nvPicPr>
          <p:cNvPr id="23" name="Picture 23" descr="L6_learne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Timeline Interview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 You can make it up.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6_felt_happy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Draw 4 events.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grew up, moved, first job…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your partner.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did you…? Did you…?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Report one fact.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moved here 6 years ago.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6_found_an_apartmen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sentence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 an irregular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verb and ago.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Draw a timeline of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life (5 points).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your story in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6–8 sentences: 4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irregular verbs + ago.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Put Ana's story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order. Write 1–5.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Col head"/>
          <p:cNvSpPr/>
          <p:nvPr/>
        </p:nvSpPr>
        <p:spPr>
          <a:xfrm>
            <a:off x="6583680" y="2487168"/>
            <a:ext cx="1463040" cy="3840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Order</a:t>
            </a:r>
            <a:endParaRPr lang="en-US" sz="2000" dirty="0"/>
          </a:p>
        </p:txBody>
      </p:sp>
      <p:sp>
        <p:nvSpPr>
          <p:cNvPr id="68" name="Statement 1"/>
          <p:cNvSpPr/>
          <p:nvPr/>
        </p:nvSpPr>
        <p:spPr>
          <a:xfrm>
            <a:off x="502920" y="2971800"/>
            <a:ext cx="594360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got married.</a:t>
            </a:r>
            <a:endParaRPr lang="en-US" sz="2200" dirty="0"/>
          </a:p>
        </p:txBody>
      </p:sp>
      <p:sp>
        <p:nvSpPr>
          <p:cNvPr id="69" name="Cell 11"/>
          <p:cNvSpPr/>
          <p:nvPr/>
        </p:nvSpPr>
        <p:spPr>
          <a:xfrm>
            <a:off x="6583680" y="2990088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0" name="Mark 11"/>
          <p:cNvSpPr/>
          <p:nvPr/>
        </p:nvSpPr>
        <p:spPr>
          <a:xfrm>
            <a:off x="6583680" y="299008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2800" dirty="0"/>
          </a:p>
        </p:txBody>
      </p:sp>
      <p:sp>
        <p:nvSpPr>
          <p:cNvPr id="71" name="Statement 2"/>
          <p:cNvSpPr/>
          <p:nvPr/>
        </p:nvSpPr>
        <p:spPr>
          <a:xfrm>
            <a:off x="502920" y="3666744"/>
            <a:ext cx="594360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moved to this city.</a:t>
            </a:r>
            <a:endParaRPr lang="en-US" sz="2200" dirty="0"/>
          </a:p>
        </p:txBody>
      </p:sp>
      <p:sp>
        <p:nvSpPr>
          <p:cNvPr id="72" name="Cell 21"/>
          <p:cNvSpPr/>
          <p:nvPr/>
        </p:nvSpPr>
        <p:spPr>
          <a:xfrm>
            <a:off x="6583680" y="368503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3" name="Mark 21"/>
          <p:cNvSpPr/>
          <p:nvPr/>
        </p:nvSpPr>
        <p:spPr>
          <a:xfrm>
            <a:off x="6583680" y="3685032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800" dirty="0"/>
          </a:p>
        </p:txBody>
      </p:sp>
      <p:sp>
        <p:nvSpPr>
          <p:cNvPr id="74" name="Statement 3"/>
          <p:cNvSpPr/>
          <p:nvPr/>
        </p:nvSpPr>
        <p:spPr>
          <a:xfrm>
            <a:off x="502920" y="4361688"/>
            <a:ext cx="594360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grew up in a small town.</a:t>
            </a:r>
            <a:endParaRPr lang="en-US" sz="2200" dirty="0"/>
          </a:p>
        </p:txBody>
      </p:sp>
      <p:sp>
        <p:nvSpPr>
          <p:cNvPr id="75" name="Cell 31"/>
          <p:cNvSpPr/>
          <p:nvPr/>
        </p:nvSpPr>
        <p:spPr>
          <a:xfrm>
            <a:off x="6583680" y="43799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Mark 31"/>
          <p:cNvSpPr/>
          <p:nvPr/>
        </p:nvSpPr>
        <p:spPr>
          <a:xfrm>
            <a:off x="6583680" y="437997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800" dirty="0"/>
          </a:p>
        </p:txBody>
      </p:sp>
      <p:sp>
        <p:nvSpPr>
          <p:cNvPr id="77" name="Statement 4"/>
          <p:cNvSpPr/>
          <p:nvPr/>
        </p:nvSpPr>
        <p:spPr>
          <a:xfrm>
            <a:off x="502920" y="5056632"/>
            <a:ext cx="594360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got her first job.</a:t>
            </a:r>
            <a:endParaRPr lang="en-US" sz="2200" dirty="0"/>
          </a:p>
        </p:txBody>
      </p:sp>
      <p:sp>
        <p:nvSpPr>
          <p:cNvPr id="78" name="Cell 41"/>
          <p:cNvSpPr/>
          <p:nvPr/>
        </p:nvSpPr>
        <p:spPr>
          <a:xfrm>
            <a:off x="6583680" y="507492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9" name="Mark 41"/>
          <p:cNvSpPr/>
          <p:nvPr/>
        </p:nvSpPr>
        <p:spPr>
          <a:xfrm>
            <a:off x="6583680" y="507492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800" dirty="0"/>
          </a:p>
        </p:txBody>
      </p:sp>
      <p:sp>
        <p:nvSpPr>
          <p:cNvPr id="80" name="Statement 5"/>
          <p:cNvSpPr/>
          <p:nvPr/>
        </p:nvSpPr>
        <p:spPr>
          <a:xfrm>
            <a:off x="502920" y="5751576"/>
            <a:ext cx="594360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met her husband.</a:t>
            </a:r>
            <a:endParaRPr lang="en-US" sz="2200" dirty="0"/>
          </a:p>
        </p:txBody>
      </p:sp>
      <p:sp>
        <p:nvSpPr>
          <p:cNvPr id="81" name="Cell 51"/>
          <p:cNvSpPr/>
          <p:nvPr/>
        </p:nvSpPr>
        <p:spPr>
          <a:xfrm>
            <a:off x="6583680" y="576986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Mark 51"/>
          <p:cNvSpPr/>
          <p:nvPr/>
        </p:nvSpPr>
        <p:spPr>
          <a:xfrm>
            <a:off x="6583680" y="57698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 (Week 6): My Story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