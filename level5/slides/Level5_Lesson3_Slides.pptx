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65" r:id="rId32"/>
    <p:sldId id="966" r:id="rId21"/>
    <p:sldId id="967" r:id="rId19"/>
    <p:sldId id="968" r:id="rId15"/>
    <p:sldId id="969" r:id="rId37"/>
    <p:sldId id="970" r:id="rId38"/>
    <p:sldId id="971" r:id="rId39"/>
    <p:sldId id="972" r:id="rId40"/>
    <p:sldId id="973" r:id="rId41"/>
    <p:sldId id="974" r:id="rId42"/>
    <p:sldId id="975" r:id="rId43"/>
    <p:sldId id="976" r:id="rId44"/>
    <p:sldId id="977" r:id="rId45"/>
    <p:sldId id="978" r:id="rId46"/>
    <p:sldId id="979" r:id="rId47"/>
    <p:sldId id="980" r:id="rId48"/>
    <p:sldId id="981" r:id="rId49"/>
    <p:sldId id="982" r:id="rId50"/>
    <p:sldId id="983" r:id="rId51"/>
    <p:sldId id="984" r:id="rId52"/>
    <p:sldId id="985" r:id="rId53"/>
    <p:sldId id="986" r:id="rId54"/>
    <p:sldId id="987" r:id="rId55"/>
    <p:sldId id="988" r:id="rId56"/>
    <p:sldId id="989" r:id="rId9"/>
    <p:sldId id="990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yes</a:t>
            </a:r>
          </a:p>
          <a:p>
            <a:r>
              <a:t>2. an alarm</a:t>
            </a:r>
          </a:p>
          <a:p>
            <a:r>
              <a:t>3. the help desk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After class, Alicia and Chris talk about a workshop they signed up for late.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asked the tutor • 2 set an alarm • 3 ask on the first day • 4 would have known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wish I had • 2 would have • 3 wish I had • 4 would have • 5 would have • 6 wish I had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a wish about now.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a wish about the past.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one different past.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should have, and next time.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knew • 2 had • 3 would • 4 should • 5 will • 6 had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knew • 2 had asked • 3 had asked • 4 should have asked • 5 will ask • 6 would ask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says a mild regret from class. B says I wish I had… and Next time I will…. Then switch. ---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The workshop sign-up • 2 I wish I knew the deadline • 3 I wish I had asked the tutor • 4 If I had asked, I would have known • 5 Ask on the first day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Write about one mild regret.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Wish: a glowing star [sign: I WISH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Had Asked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I wish I had… for a past regret.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I wish I knew… for something I want now.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one If I had…, I would have… sentence.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I wish I had… for a past regret.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I wish I knew… for something I want now.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one If I had…, I would have… sentence.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will do next time.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Regret: a pensive face [sign: REGRE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Ask about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week.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sentence from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Lesson 2 note.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Ask about last week. Then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had you already finished before class?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earlier event with had.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the later event with by the time.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sentence from your Lesson 2 note.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Wish: a glowing star [sign: I WISH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wish</a:t>
            </a:r>
            <a:endParaRPr lang="en-US" sz="2000" dirty="0" b="1"/>
          </a:p>
        </p:txBody>
      </p:sp>
      <p:pic>
        <p:nvPicPr>
          <p:cNvPr id="19" name="Word picture 2" descr="Regret: a pensive face [sign: REGRET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regret</a:t>
            </a:r>
            <a:endParaRPr lang="en-US" sz="2000" dirty="0" b="1"/>
          </a:p>
        </p:txBody>
      </p:sp>
      <p:pic>
        <p:nvPicPr>
          <p:cNvPr id="21" name="Word picture 3" descr="Calendar: a calendar [sign: DATE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calendar</a:t>
            </a:r>
            <a:endParaRPr lang="en-US" sz="2000" dirty="0" b="1"/>
          </a:p>
        </p:txBody>
      </p:sp>
      <p:pic>
        <p:nvPicPr>
          <p:cNvPr id="23" name="Word picture 4" descr="Reminder: a pushpin and a memo with a pencil [sign: REMINDER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reminder</a:t>
            </a:r>
            <a:endParaRPr lang="en-US" sz="2000" dirty="0" b="1"/>
          </a:p>
        </p:txBody>
      </p:sp>
      <p:pic>
        <p:nvPicPr>
          <p:cNvPr id="25" name="Word picture 5" descr="Alarm: an alarm clock [sign: ALARM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alarm</a:t>
            </a:r>
            <a:endParaRPr lang="en-US" sz="2000" dirty="0" b="1"/>
          </a:p>
        </p:txBody>
      </p:sp>
      <p:pic>
        <p:nvPicPr>
          <p:cNvPr id="27" name="Word picture 6" descr="Sign-up sheet: a clipboard and a writing hand [sign: SIGN-UP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sign-up sheet</a:t>
            </a:r>
            <a:endParaRPr lang="en-US" sz="15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 and wish</a:t>
            </a:r>
            <a:endParaRPr lang="en-US" sz="2200" dirty="0" b="1"/>
          </a:p>
        </p:txBody>
      </p:sp>
      <p:pic>
        <p:nvPicPr>
          <p:cNvPr id="17" name="Word picture 1" descr="Tutor: a teacher at a chalkboard [sign: TUTOR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tutor</a:t>
            </a:r>
            <a:endParaRPr lang="en-US" sz="2000" dirty="0" b="1"/>
          </a:p>
        </p:txBody>
      </p:sp>
      <p:pic>
        <p:nvPicPr>
          <p:cNvPr id="19" name="Word picture 2" descr="Practice: a memo with a pencil and a second pencil [sign: PRACTIC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practice</a:t>
            </a:r>
            <a:endParaRPr lang="en-US" sz="2000" dirty="0" b="1"/>
          </a:p>
        </p:txBody>
      </p:sp>
      <p:pic>
        <p:nvPicPr>
          <p:cNvPr id="21" name="Word picture 3" descr="Question: a question mark [sign: QUESTION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question</a:t>
            </a:r>
            <a:endParaRPr lang="en-US" sz="2000" dirty="0" b="1"/>
          </a:p>
        </p:txBody>
      </p:sp>
      <p:pic>
        <p:nvPicPr>
          <p:cNvPr id="23" name="Word picture 4" descr="Choice: a left arrow and a right arrow [sign: A OR B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choice</a:t>
            </a:r>
            <a:endParaRPr lang="en-US" sz="2000" dirty="0" b="1"/>
          </a:p>
        </p:txBody>
      </p:sp>
      <p:pic>
        <p:nvPicPr>
          <p:cNvPr id="25" name="Word picture 5" descr="Help desk: a person and a phone [sign: HELP DESK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 desk</a:t>
            </a:r>
            <a:endParaRPr lang="en-US" sz="2000" dirty="0" b="1"/>
          </a:p>
        </p:txBody>
      </p:sp>
      <p:pic>
        <p:nvPicPr>
          <p:cNvPr id="27" name="Word picture 6" descr="Next time: a calendar and a right arrow [sign: NEXT TIME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time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calendar a list of dates?</a:t>
            </a:r>
            <a:endParaRPr lang="en-US" sz="1600" dirty="0" b="1"/>
          </a:p>
        </p:txBody>
      </p:sp>
      <p:pic>
        <p:nvPicPr>
          <p:cNvPr id="101" name="R1 pic" descr="Calendar: a calendar [sign: DATE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can wake you up?</a:t>
            </a:r>
            <a:endParaRPr lang="en-US" sz="1600" dirty="0" b="1"/>
          </a:p>
        </p:txBody>
      </p:sp>
      <p:pic>
        <p:nvPicPr>
          <p:cNvPr id="102" name="R2 pic" descr="Alarm: an alarm clock [sign: ALARM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can you ask for help?</a:t>
            </a:r>
            <a:endParaRPr lang="en-US" sz="1600" dirty="0" b="1"/>
          </a:p>
        </p:txBody>
      </p:sp>
      <p:pic>
        <p:nvPicPr>
          <p:cNvPr id="103" name="R3 pic" descr="Help desk: a person and a phone [sign: HELP DESK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alarm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help desk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class, Alicia and Chris talk about a workshop they signed up for late.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Calendar: a calendar [sign: DAT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Alicia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Chris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do they regret?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1:23.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do they regret?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They lost a book</a:t>
            </a:r>
            <a:endParaRPr lang="en-US" sz="13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They signed up for the workshop late</a:t>
            </a:r>
            <a:endParaRPr lang="en-US" sz="13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They want to leave the class</a:t>
            </a:r>
            <a:endParaRPr lang="en-US" sz="13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Circle the answers.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Alicia's wish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 the tutor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left the class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skipped practice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913632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Chris's wish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9136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set an alarm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9136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changed jobs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9136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missed the class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5038344" y="3858768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718304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Next time Alicia will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71830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 the first day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71830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 a year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71830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stay quiet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5038344" y="4663440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5522976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The if sentence uses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552297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 known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552297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know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552297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knew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5038344" y="5468112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wish I h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Alicia: "I ______ asked the tutor."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wish I had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"If I had asked, I ______ known the date."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Chris: "I ______ set an alarm."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wish I had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"If I had set one, I ______ arrived on time."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Alicia: "Then I ______ known."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Chris: "I ______ put a reminder on the calendar."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wish I had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ask the tutor.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sign up on the first day.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had asked.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had asked, I would have known.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eminder: a pushpin and a memo with a pencil [sign: REMIND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wish about now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WISH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MEANING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knew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deadline.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wish about now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reminder.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means owned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the list.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were, for now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Alarm: an alarm clock [sign: ALARM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wish about the past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WISH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MEANING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asked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tutor.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past regret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set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 alarm.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+ participle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we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signed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up on Monday.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sign-up is finished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ign-up sheet: a clipboard and a writing hand [sign: SIGN-UP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different past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RESULT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asked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 known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pattern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he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set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 alarm, he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 arrived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time.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pattern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we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read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reminder, we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 signed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up.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pattern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Tutor: a teacher at a chalkboard [sign: TUTO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have, and next time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have asked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earlier.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idea as the wish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time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ask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the first day.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plan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another chance,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ask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time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______ the deadline.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knew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______ asked the tutor.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had asked, I ______ have known.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______ have asked earlier.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time I ______ ask on the first day.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______ a reminder.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I wish I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571232" y="31089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knew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646920" y="31089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know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7443216" y="305409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I wish I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571232" y="365760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asked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646920" y="365760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 asked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7443216" y="360273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If I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571232" y="420624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asked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646920" y="420624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 asked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7443216" y="415137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I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571232" y="475488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have asked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646920" y="475488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asked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7443216" y="470001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Next time I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571232" y="530352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ask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646920" y="530352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 ask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7443216" y="524865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If I had another chance, I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571232" y="58521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ask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646920" y="58521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have asked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7443216" y="579729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Practice: a memo with a pencil and a second pencil [sign: PRACTIC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would have asked.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had asked.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2987399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would have asked, I would have known.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2987399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had asked, I would have known.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731828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know the deadline.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731828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knew the deadline.</a:t>
            </a:r>
            <a:endParaRPr lang="en-US" sz="14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250346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should asked earlier.</a:t>
            </a:r>
            <a:endParaRPr lang="en-US" sz="1400" dirty="0"/>
          </a:p>
        </p:txBody>
      </p:sp>
      <p:sp>
        <p:nvSpPr>
          <p:cNvPr id="31" name="Good 4"/>
          <p:cNvSpPr/>
          <p:nvPr/>
        </p:nvSpPr>
        <p:spPr>
          <a:xfrm>
            <a:off x="4800600" y="4250346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should have asked earlier.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Question: a question mark [sign: QUESTIO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a mild regret from class.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I wish I had… and Next time I will….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Alarm: an alarm clock [sign: ALARM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missed the sign-up.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 not ask for the example.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Tutor: a teacher at a chalkboard [sign: TUTO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If I had…, I would have….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group repeats the clearest sentence.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the learner miss?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workshop sign-up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wish is about now?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knew the deadline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wish is about the past?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wish I had asked the tutor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if sentence?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had asked, I would have known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the learner do next time?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 the first day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Choice: a left arrow and a right arrow [sign: A OR B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about one mild regret.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wish, the if sentence, what you should have done, and the next step.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I wish I knew and one past wish.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the six-sentence note from Read &amp; Write.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Tell a friend one next step. Write the sentence.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had already. Write one sentence from Lesson 2.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Help desk: a person and a phone [sign: HELP DESK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I wish I had… for a past regret.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I wish I knew… for something I want now.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one If I had…, I would have… sentence.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Alicia and Chris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3: I Wish I Had Asked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