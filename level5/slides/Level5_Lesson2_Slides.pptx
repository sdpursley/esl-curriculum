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65" r:id="rId32"/>
    <p:sldId id="966" r:id="rId21"/>
    <p:sldId id="967" r:id="rId19"/>
    <p:sldId id="968" r:id="rId15"/>
    <p:sldId id="969" r:id="rId37"/>
    <p:sldId id="970" r:id="rId38"/>
    <p:sldId id="971" r:id="rId39"/>
    <p:sldId id="972" r:id="rId40"/>
    <p:sldId id="973" r:id="rId41"/>
    <p:sldId id="974" r:id="rId42"/>
    <p:sldId id="975" r:id="rId43"/>
    <p:sldId id="976" r:id="rId44"/>
    <p:sldId id="977" r:id="rId45"/>
    <p:sldId id="978" r:id="rId46"/>
    <p:sldId id="979" r:id="rId47"/>
    <p:sldId id="980" r:id="rId48"/>
    <p:sldId id="981" r:id="rId49"/>
    <p:sldId id="982" r:id="rId50"/>
    <p:sldId id="983" r:id="rId51"/>
    <p:sldId id="984" r:id="rId52"/>
    <p:sldId id="985" r:id="rId53"/>
    <p:sldId id="986" r:id="rId54"/>
    <p:sldId id="987" r:id="rId55"/>
    <p:sldId id="988" r:id="rId56"/>
    <p:sldId id="989" r:id="rId9"/>
    <p:sldId id="990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no, it bakes</a:t>
            </a:r>
          </a:p>
          <a:p>
            <a:r>
              <a:t>2. the inspector</a:t>
            </a:r>
          </a:p>
          <a:p>
            <a:r>
              <a:t>3. a cover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Priya and Ben work at a new bakery.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cleaned the kitchen • 2 the oven arrived • 3 we painted • 4 the poster went up • 5 the inspector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had • 2 arrived • 3 had • 4 went • 5 had • 6 was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by the time and when.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earlier and later.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the later moment's background.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Which time?.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had • 2 had • 3 arrived • 4 went • 5 had • 6 was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arrived • 2 had already painted • 3 opened • 4 was delivered • 5 Yes, we had • 6 was working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says a later time: the inspector arrived. B says what had already happened: We had already painted the walls. Then switch. ---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No. It opens tomorrow • 2 He had cleaned the kitchen • 3 They had painted the walls • 4 The store sign was first • 5 The permit and dry paint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Tell one change, in order.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Bakery: a baguette and a shop [sign: BAKERY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2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 We Opened</a:t>
            </a:r>
            <a:endParaRPr lang="en-US" sz="4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had already happened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use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two past times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put four events in order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had already happened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two past times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put four events in order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 short project note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Oven: a fire and bread [sign: OVE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asks. B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 in a short summary. A asks one follow-up. Then switch.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one example from last week.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asks. B answers in a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summary. A asks one follow-up. Then switch.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 working, or studying English?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have you been practicing?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you finished any training?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one example from last week.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Bakery: a baguette and a shop [sign: BAKERY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bakery</a:t>
            </a:r>
            <a:endParaRPr lang="en-US" sz="2000" dirty="0" b="1"/>
          </a:p>
        </p:txBody>
      </p:sp>
      <p:pic>
        <p:nvPicPr>
          <p:cNvPr id="19" name="Word picture 2" descr="Oven: a fire and bread [sign: OVEN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oven</a:t>
            </a:r>
            <a:endParaRPr lang="en-US" sz="2000" dirty="0" b="1"/>
          </a:p>
        </p:txBody>
      </p:sp>
      <p:pic>
        <p:nvPicPr>
          <p:cNvPr id="21" name="Word picture 3" descr="Permit: a page and a green check mark [sign: PERMIT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permit</a:t>
            </a:r>
            <a:endParaRPr lang="en-US" sz="2000" dirty="0" b="1"/>
          </a:p>
        </p:txBody>
      </p:sp>
      <p:pic>
        <p:nvPicPr>
          <p:cNvPr id="23" name="Word picture 4" descr="Inspector: a person and a magnifying glass [sign: INSPECTOR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inspector</a:t>
            </a:r>
            <a:endParaRPr lang="en-US" sz="2000" dirty="0" b="1"/>
          </a:p>
        </p:txBody>
      </p:sp>
      <p:pic>
        <p:nvPicPr>
          <p:cNvPr id="25" name="Word picture 5" descr="Paint roller: a palette and a paintbrush [sign: PAINT ROLLER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paint roller</a:t>
            </a:r>
            <a:endParaRPr lang="en-US" sz="2000" dirty="0" b="1"/>
          </a:p>
        </p:txBody>
      </p:sp>
      <p:pic>
        <p:nvPicPr>
          <p:cNvPr id="27" name="Word picture 6" descr="Store sign: a shop with a sign on the roof [sign: OPEN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store sign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one comes first?</a:t>
            </a:r>
            <a:endParaRPr lang="en-US" sz="2200" dirty="0" b="1"/>
          </a:p>
        </p:txBody>
      </p:sp>
      <p:pic>
        <p:nvPicPr>
          <p:cNvPr id="17" name="Word picture 1" descr="Ribbon: a ribbon [sign: RIBBON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ribbon</a:t>
            </a:r>
            <a:endParaRPr lang="en-US" sz="2000" dirty="0" b="1"/>
          </a:p>
        </p:txBody>
      </p:sp>
      <p:pic>
        <p:nvPicPr>
          <p:cNvPr id="19" name="Word picture 2" descr="Opening day: a calendar and a party popper [sign: OPENING DAY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opening day</a:t>
            </a:r>
            <a:endParaRPr lang="en-US" sz="2000" dirty="0" b="1"/>
          </a:p>
        </p:txBody>
      </p:sp>
      <p:pic>
        <p:nvPicPr>
          <p:cNvPr id="21" name="Word picture 3" descr="Counter: a person and a croissant [sign: COUNTER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counter</a:t>
            </a:r>
            <a:endParaRPr lang="en-US" sz="2000" dirty="0" b="1"/>
          </a:p>
        </p:txBody>
      </p:sp>
      <p:pic>
        <p:nvPicPr>
          <p:cNvPr id="23" name="Word picture 4" descr="Display case: a slice of cake and a cookie [sign: DISPLAY CAS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display case</a:t>
            </a:r>
            <a:endParaRPr lang="en-US" sz="2000" dirty="0" b="1"/>
          </a:p>
        </p:txBody>
      </p:sp>
      <p:pic>
        <p:nvPicPr>
          <p:cNvPr id="25" name="Word picture 5" descr="Awning: a beach umbrella and a shop [sign: AWNING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awning</a:t>
            </a:r>
            <a:endParaRPr lang="en-US" sz="2000" dirty="0" b="1"/>
          </a:p>
        </p:txBody>
      </p:sp>
      <p:pic>
        <p:nvPicPr>
          <p:cNvPr id="27" name="Word picture 6" descr="Poster: a framed picture [sign: POSTER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poster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oven a person?</a:t>
            </a:r>
            <a:endParaRPr lang="en-US" sz="1600" dirty="0" b="1"/>
          </a:p>
        </p:txBody>
      </p:sp>
      <p:pic>
        <p:nvPicPr>
          <p:cNvPr id="101" name="R1 pic" descr="Oven: a fire and bread [sign: OVEN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comes before opening day?</a:t>
            </a:r>
            <a:endParaRPr lang="en-US" sz="1600" dirty="0" b="1"/>
          </a:p>
        </p:txBody>
      </p:sp>
      <p:pic>
        <p:nvPicPr>
          <p:cNvPr id="102" name="R2 pic" descr="Opening day: a calendar and a party popper [sign: OPENING DAY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 awning a cover or a cake?</a:t>
            </a:r>
            <a:endParaRPr lang="en-US" sz="1600" dirty="0" b="1"/>
          </a:p>
        </p:txBody>
      </p:sp>
      <p:pic>
        <p:nvPicPr>
          <p:cNvPr id="103" name="R3 pic" descr="Awning: a beach umbrella and a shop [sign: AWNING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bakes</a:t>
            </a:r>
            <a:endParaRPr lang="en-US" sz="22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inspector</a:t>
            </a:r>
            <a:endParaRPr lang="en-US" sz="22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cover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Priya and Ben work at a new bakery.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Permit: a page and a green check mark [sign: PERMI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Cole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Priya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Ben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Is the bakery open yet?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6:12–6:32 | Listening (play 1 = Task A; play 2 = Tasks B and C) +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1:39.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Is the bakery open yet?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Yes. It is open now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No. It opens tomorrow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No. It failed the visit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What happened first,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second, third, fourth, and last? Circle.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1. First</a:t>
            </a:r>
            <a:endParaRPr lang="en-US" sz="1300" dirty="0"/>
          </a:p>
        </p:txBody>
      </p:sp>
      <p:sp>
        <p:nvSpPr>
          <p:cNvPr id="9" name="R1 opt1"/>
          <p:cNvSpPr/>
          <p:nvPr/>
        </p:nvSpPr>
        <p:spPr>
          <a:xfrm>
            <a:off x="5166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cleaned the kitchen</a:t>
            </a:r>
            <a:endParaRPr lang="en-US" sz="1200" dirty="0" b="1"/>
          </a:p>
        </p:txBody>
      </p:sp>
      <p:sp>
        <p:nvSpPr>
          <p:cNvPr id="10" name="R1 opt2"/>
          <p:cNvSpPr/>
          <p:nvPr/>
        </p:nvSpPr>
        <p:spPr>
          <a:xfrm>
            <a:off x="7452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poster</a:t>
            </a:r>
            <a:endParaRPr lang="en-US" sz="1200" dirty="0" b="1"/>
          </a:p>
        </p:txBody>
      </p:sp>
      <p:sp>
        <p:nvSpPr>
          <p:cNvPr id="11" name="R1 opt3"/>
          <p:cNvSpPr/>
          <p:nvPr/>
        </p:nvSpPr>
        <p:spPr>
          <a:xfrm>
            <a:off x="9738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inspector</a:t>
            </a:r>
            <a:endParaRPr lang="en-US" sz="1200" dirty="0" b="1"/>
          </a:p>
        </p:txBody>
      </p:sp>
      <p:sp>
        <p:nvSpPr>
          <p:cNvPr id="12" name="R1 circle"/>
          <p:cNvSpPr/>
          <p:nvPr/>
        </p:nvSpPr>
        <p:spPr>
          <a:xfrm>
            <a:off x="5038344" y="3054096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767328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2. Second</a:t>
            </a:r>
            <a:endParaRPr lang="en-US" sz="1300" dirty="0"/>
          </a:p>
        </p:txBody>
      </p:sp>
      <p:sp>
        <p:nvSpPr>
          <p:cNvPr id="14" name="R2 opt1"/>
          <p:cNvSpPr/>
          <p:nvPr/>
        </p:nvSpPr>
        <p:spPr>
          <a:xfrm>
            <a:off x="5166360" y="3767328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oven arrived</a:t>
            </a:r>
            <a:endParaRPr lang="en-US" sz="1200" dirty="0" b="1"/>
          </a:p>
        </p:txBody>
      </p:sp>
      <p:sp>
        <p:nvSpPr>
          <p:cNvPr id="15" name="R2 opt2"/>
          <p:cNvSpPr/>
          <p:nvPr/>
        </p:nvSpPr>
        <p:spPr>
          <a:xfrm>
            <a:off x="7452360" y="3767328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day</a:t>
            </a:r>
            <a:endParaRPr lang="en-US" sz="1200" dirty="0" b="1"/>
          </a:p>
        </p:txBody>
      </p:sp>
      <p:sp>
        <p:nvSpPr>
          <p:cNvPr id="16" name="R2 opt3"/>
          <p:cNvSpPr/>
          <p:nvPr/>
        </p:nvSpPr>
        <p:spPr>
          <a:xfrm>
            <a:off x="9738360" y="3767328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ribbon</a:t>
            </a:r>
            <a:endParaRPr lang="en-US" sz="1200" dirty="0" b="1"/>
          </a:p>
        </p:txBody>
      </p:sp>
      <p:sp>
        <p:nvSpPr>
          <p:cNvPr id="17" name="R2 circle"/>
          <p:cNvSpPr/>
          <p:nvPr/>
        </p:nvSpPr>
        <p:spPr>
          <a:xfrm>
            <a:off x="5038344" y="3712464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425696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3. Third</a:t>
            </a:r>
            <a:endParaRPr lang="en-US" sz="1300" dirty="0"/>
          </a:p>
        </p:txBody>
      </p:sp>
      <p:sp>
        <p:nvSpPr>
          <p:cNvPr id="19" name="R3 opt1"/>
          <p:cNvSpPr/>
          <p:nvPr/>
        </p:nvSpPr>
        <p:spPr>
          <a:xfrm>
            <a:off x="5166360" y="442569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painted</a:t>
            </a:r>
            <a:endParaRPr lang="en-US" sz="1200" dirty="0" b="1"/>
          </a:p>
        </p:txBody>
      </p:sp>
      <p:sp>
        <p:nvSpPr>
          <p:cNvPr id="20" name="R3 opt2"/>
          <p:cNvSpPr/>
          <p:nvPr/>
        </p:nvSpPr>
        <p:spPr>
          <a:xfrm>
            <a:off x="7452360" y="442569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opened</a:t>
            </a:r>
            <a:endParaRPr lang="en-US" sz="1200" dirty="0" b="1"/>
          </a:p>
        </p:txBody>
      </p:sp>
      <p:sp>
        <p:nvSpPr>
          <p:cNvPr id="21" name="R3 opt3"/>
          <p:cNvSpPr/>
          <p:nvPr/>
        </p:nvSpPr>
        <p:spPr>
          <a:xfrm>
            <a:off x="9738360" y="442569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failed</a:t>
            </a:r>
            <a:endParaRPr lang="en-US" sz="1200" dirty="0" b="1"/>
          </a:p>
        </p:txBody>
      </p:sp>
      <p:sp>
        <p:nvSpPr>
          <p:cNvPr id="22" name="R3 circle"/>
          <p:cNvSpPr/>
          <p:nvPr/>
        </p:nvSpPr>
        <p:spPr>
          <a:xfrm>
            <a:off x="5038344" y="4370832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5084064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4. Fourth</a:t>
            </a:r>
            <a:endParaRPr lang="en-US" sz="1300" dirty="0"/>
          </a:p>
        </p:txBody>
      </p:sp>
      <p:sp>
        <p:nvSpPr>
          <p:cNvPr id="24" name="R4 opt1"/>
          <p:cNvSpPr/>
          <p:nvPr/>
        </p:nvSpPr>
        <p:spPr>
          <a:xfrm>
            <a:off x="5166360" y="508406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poster went up</a:t>
            </a:r>
            <a:endParaRPr lang="en-US" sz="1200" dirty="0" b="1"/>
          </a:p>
        </p:txBody>
      </p:sp>
      <p:sp>
        <p:nvSpPr>
          <p:cNvPr id="25" name="R4 opt2"/>
          <p:cNvSpPr/>
          <p:nvPr/>
        </p:nvSpPr>
        <p:spPr>
          <a:xfrm>
            <a:off x="7452360" y="508406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oven</a:t>
            </a:r>
            <a:endParaRPr lang="en-US" sz="1200" dirty="0" b="1"/>
          </a:p>
        </p:txBody>
      </p:sp>
      <p:sp>
        <p:nvSpPr>
          <p:cNvPr id="26" name="R4 opt3"/>
          <p:cNvSpPr/>
          <p:nvPr/>
        </p:nvSpPr>
        <p:spPr>
          <a:xfrm>
            <a:off x="9738360" y="508406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permit</a:t>
            </a:r>
            <a:endParaRPr lang="en-US" sz="1200" dirty="0" b="1"/>
          </a:p>
        </p:txBody>
      </p:sp>
      <p:sp>
        <p:nvSpPr>
          <p:cNvPr id="27" name="R4 circle"/>
          <p:cNvSpPr/>
          <p:nvPr/>
        </p:nvSpPr>
        <p:spPr>
          <a:xfrm>
            <a:off x="5038344" y="5029200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5 stmt"/>
          <p:cNvSpPr/>
          <p:nvPr/>
        </p:nvSpPr>
        <p:spPr>
          <a:xfrm>
            <a:off x="502920" y="5742432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5. Last</a:t>
            </a:r>
            <a:endParaRPr lang="en-US" sz="1300" dirty="0"/>
          </a:p>
        </p:txBody>
      </p:sp>
      <p:sp>
        <p:nvSpPr>
          <p:cNvPr id="29" name="R5 opt1"/>
          <p:cNvSpPr/>
          <p:nvPr/>
        </p:nvSpPr>
        <p:spPr>
          <a:xfrm>
            <a:off x="5166360" y="57424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inspector</a:t>
            </a:r>
            <a:endParaRPr lang="en-US" sz="1200" dirty="0" b="1"/>
          </a:p>
        </p:txBody>
      </p:sp>
      <p:sp>
        <p:nvSpPr>
          <p:cNvPr id="30" name="R5 opt2"/>
          <p:cNvSpPr/>
          <p:nvPr/>
        </p:nvSpPr>
        <p:spPr>
          <a:xfrm>
            <a:off x="7452360" y="57424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oven</a:t>
            </a:r>
            <a:endParaRPr lang="en-US" sz="1200" dirty="0" b="1"/>
          </a:p>
        </p:txBody>
      </p:sp>
      <p:sp>
        <p:nvSpPr>
          <p:cNvPr id="31" name="R5 opt3"/>
          <p:cNvSpPr/>
          <p:nvPr/>
        </p:nvSpPr>
        <p:spPr>
          <a:xfrm>
            <a:off x="9738360" y="57424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sign</a:t>
            </a:r>
            <a:endParaRPr lang="en-US" sz="1200" dirty="0" b="1"/>
          </a:p>
        </p:txBody>
      </p:sp>
      <p:sp>
        <p:nvSpPr>
          <p:cNvPr id="32" name="R5 circle"/>
          <p:cNvSpPr/>
          <p:nvPr/>
        </p:nvSpPr>
        <p:spPr>
          <a:xfrm>
            <a:off x="5038344" y="5687568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had or t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______ already painted the walls.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______ last.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arrived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Ben ______ already cleaned the kitchen.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poster ______ up.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______ already picked up the permit.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oven ______ delivered.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open tomorrow.</a:t>
            </a:r>
            <a:endParaRPr lang="en-US" sz="16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are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cut the ribbon.</a:t>
            </a:r>
            <a:endParaRPr lang="en-US" sz="16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had already painted the walls.</a:t>
            </a:r>
            <a:endParaRPr lang="en-US" sz="16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 the inspector arrived, we had painted.</a:t>
            </a:r>
            <a:endParaRPr lang="en-US" sz="16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Inspector: a person and a magnifying glass [sign: INSPECTO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 and when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had you done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inspector arrived?</a:t>
            </a:r>
            <a:endParaRPr lang="en-US" sz="13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already painted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walls.</a:t>
            </a:r>
            <a:endParaRPr lang="en-US" sz="14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had Ben done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oven was delivered?</a:t>
            </a:r>
            <a:endParaRPr lang="en-US" sz="13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Ben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already cleaned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kitchen.</a:t>
            </a:r>
            <a:endParaRPr lang="en-US" sz="14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finished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sign before the poster went up?</a:t>
            </a:r>
            <a:endParaRPr lang="en-US" sz="13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 had.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we hadn't.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aint roller: a palette and a paintbrush [sign: PAINT ROLLE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earlier and later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EARLIER: HAD + PAS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LATER: SIMPLE PAST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had already painted the walls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inspector arrived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Ben had already cleaned the kitchen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oven was delivered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had finished the sign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poster went up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tore sign: a shop with a sign on the roof [sign: OPE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later moment's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the painter doing when the inspector knocked?</a:t>
            </a:r>
            <a:endParaRPr lang="en-US" sz="13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painter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still working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ibbon: a ribbon [sign: RIBBO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time?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FORM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earlier past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past participle: we had already painted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later past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simple past: the inspector arrived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marks the later time: By the time the inspector arrived, …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 the inspector arrived, we ______ already painted the walls.</a:t>
            </a:r>
            <a:endParaRPr lang="en-US" sz="14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the oven was delivered, Ben ______ already cleaned the kitchen.</a:t>
            </a:r>
            <a:endParaRPr lang="en-US" sz="14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inspector ______ after the painting.</a:t>
            </a:r>
            <a:endParaRPr lang="en-US" sz="14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arrived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poster ______ up after the sign.</a:t>
            </a:r>
            <a:endParaRPr lang="en-US" sz="14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you finished the sign? Yes, we ______.</a:t>
            </a:r>
            <a:endParaRPr lang="en-US" sz="14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painter ______ still working when the inspector knocked.</a:t>
            </a:r>
            <a:endParaRPr lang="en-US" sz="14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By the time the inspector ______ , we had already painted.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7022592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arrived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37260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arrived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6894576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We ______ the walls.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7022592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already painted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37260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already painted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9244584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By the time we ______ , the inspector had arrived.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7022592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opened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37260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opened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9244584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When the oven ______ , Ben had cleaned the kitchen.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7022592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delivered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37260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delivered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6894576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Had you finished the sign?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7022592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 had.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37260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 did.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6894576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The painter ______ when the inspector knocked.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7022592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working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37260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worked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6894576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Opening day: a calendar and a party popper [sign: OPENING DAY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the inspector arrived, we already painted.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the inspector arrived, we had already painted.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213309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 we had opened, the inspector arrived.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3213309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 we opened, the inspector had arrived.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Counter: a person and a croissant [sign: COUNTE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a later time: the inspector arrived.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what had already happened: We had already painted the walls.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Paint roller: a palette and a paintbrush [sign: PAINT ROLLE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together.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picture cards, shuffled.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picture cards, shuffled.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picture cards, shuffled.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picture cards, shuffled.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Ribbon: a ribbon [sign: RIBBO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the other group.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the other group.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the other group.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the other group.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bakery open yet?</a:t>
            </a:r>
            <a:endParaRPr lang="en-US" sz="1400" dirty="0"/>
          </a:p>
        </p:txBody>
      </p:sp>
      <p:sp>
        <p:nvSpPr>
          <p:cNvPr id="35" name="R1 ans"/>
          <p:cNvSpPr/>
          <p:nvPr/>
        </p:nvSpPr>
        <p:spPr>
          <a:xfrm>
            <a:off x="5010912" y="2525573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It opens tomorrow</a:t>
            </a:r>
            <a:endParaRPr lang="en-US" sz="13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had Ben done when the oven was delivered?</a:t>
            </a:r>
            <a:endParaRPr lang="en-US" sz="1400" dirty="0"/>
          </a:p>
        </p:txBody>
      </p:sp>
      <p:sp>
        <p:nvSpPr>
          <p:cNvPr id="40" name="R2 ans"/>
          <p:cNvSpPr/>
          <p:nvPr/>
        </p:nvSpPr>
        <p:spPr>
          <a:xfrm>
            <a:off x="5010912" y="3311957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had cleaned the kitchen</a:t>
            </a:r>
            <a:endParaRPr lang="en-US" sz="13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had they done by the time Ms. Cole arrived?</a:t>
            </a:r>
            <a:endParaRPr lang="en-US" sz="1400" dirty="0"/>
          </a:p>
        </p:txBody>
      </p:sp>
      <p:sp>
        <p:nvSpPr>
          <p:cNvPr id="45" name="R3 ans"/>
          <p:cNvSpPr/>
          <p:nvPr/>
        </p:nvSpPr>
        <p:spPr>
          <a:xfrm>
            <a:off x="5010912" y="4098341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had painted the walls</a:t>
            </a:r>
            <a:endParaRPr lang="en-US" sz="13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went up first?</a:t>
            </a:r>
            <a:endParaRPr lang="en-US" sz="1400" dirty="0"/>
          </a:p>
        </p:txBody>
      </p:sp>
      <p:sp>
        <p:nvSpPr>
          <p:cNvPr id="50" name="R4 ans"/>
          <p:cNvSpPr/>
          <p:nvPr/>
        </p:nvSpPr>
        <p:spPr>
          <a:xfrm>
            <a:off x="5010912" y="4884725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 sign was first</a:t>
            </a:r>
            <a:endParaRPr lang="en-US" sz="13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she need before she said yes?</a:t>
            </a:r>
            <a:endParaRPr lang="en-US" sz="1400" dirty="0"/>
          </a:p>
        </p:txBody>
      </p:sp>
      <p:sp>
        <p:nvSpPr>
          <p:cNvPr id="55" name="R5 ans"/>
          <p:cNvSpPr/>
          <p:nvPr/>
        </p:nvSpPr>
        <p:spPr>
          <a:xfrm>
            <a:off x="5010912" y="5671109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permit and dry paint</a:t>
            </a:r>
            <a:endParaRPr lang="en-US" sz="13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Display case: a slice of cake and a cookie [sign: DISPLAY CAS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one change, in order.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project note from Read &amp; Write. This is writing check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Tell the four-sentence story to a friend or a family member. Ask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1). Write I've been working, I've worked, worked,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Awning: a beach umbrella and a shop [sign: AWNING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2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had already happened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use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time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two past times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put four events in order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Cole, Priya, and Ben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2: By the Time We Opened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