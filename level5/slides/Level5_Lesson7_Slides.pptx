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65" r:id="rId32"/>
    <p:sldId id="966" r:id="rId21"/>
    <p:sldId id="967" r:id="rId19"/>
    <p:sldId id="968" r:id="rId15"/>
    <p:sldId id="969" r:id="rId37"/>
    <p:sldId id="970" r:id="rId38"/>
    <p:sldId id="971" r:id="rId39"/>
    <p:sldId id="972" r:id="rId40"/>
    <p:sldId id="973" r:id="rId41"/>
    <p:sldId id="974" r:id="rId42"/>
    <p:sldId id="975" r:id="rId43"/>
    <p:sldId id="976" r:id="rId44"/>
    <p:sldId id="977" r:id="rId45"/>
    <p:sldId id="978" r:id="rId46"/>
    <p:sldId id="979" r:id="rId47"/>
    <p:sldId id="980" r:id="rId48"/>
    <p:sldId id="981" r:id="rId49"/>
    <p:sldId id="982" r:id="rId50"/>
    <p:sldId id="983" r:id="rId51"/>
    <p:sldId id="984" r:id="rId52"/>
    <p:sldId id="985" r:id="rId53"/>
    <p:sldId id="986" r:id="rId54"/>
    <p:sldId id="987" r:id="rId55"/>
    <p:sldId id="988" r:id="rId56"/>
    <p:sldId id="989" r:id="rId9"/>
    <p:sldId id="99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Do not collect real Social Security numbers, immigration papers, bank numbers, or medical record numbers.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an email address</a:t>
            </a:r>
          </a:p>
          <a:p>
            <a:r>
              <a:t>2. a checkbox</a:t>
            </a:r>
          </a:p>
          <a:p>
            <a:r>
              <a:t>3. capital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Leah is at a community center desk.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Correct • 2 Correct • 3 Correct • 4 Correct • 5 Wrong. C forty-two is class ID C-42. Tuesday at six is 6:00. The room on his copy is A; the schedule says room C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didn't you • 2 isn't it • 3 isn't it • 4 didn't you • 5 isn't it • 6 is she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a negative tag.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a positive tag.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do, does, or did.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correct a detail.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didn't you • 2 isn't it • 3 is she • 4 don't you • 5 doesn't it • 6 didn't she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Yes, I did • 2 isn't it • 3 is she • 4 didn't you • 5 isn't it • 6 No, I didn't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Model: It's Tuesday, isn't it? Actually, it's Wednesday. | Detail | Copy A | Copy B | |---|---|---| | Day | Tuesday | Wednesday | | Time | 6:00 | 6:00 | | Room | C | C | | Email | leah@mail.example | leah@mail.example |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C-42 • 2 Tuesday at 6:00 • 3 Room C • 4 Room A • 5 The room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Confirm two details about this class.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pelling: latin letters and a pencil [sign: A B C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It, Didn't You?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add a tag to a statement I think is true.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a tag with a short yes or no.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correct a wrong detail politely.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add a tag to a statement I think is true.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a tag with a short yes or no.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correct a wrong detail politely.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confirmation email.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Email address: an e-mail icon [sign: EMAI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last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week's question. B answers with a short summary. Then compare one homework sentence.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Lesson 6 message.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last week's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with a short summary. Then compare one homework sentence.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the person say? Use said or told.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the person ask you to do? Use asked me to.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yes/no question did the person ask? Use asked if.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read one sentence from your Lesson 6 message.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pelling: latin letters and a pencil [sign: A B C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spelling</a:t>
            </a:r>
            <a:endParaRPr lang="en-US" sz="2000" dirty="0" b="1"/>
          </a:p>
        </p:txBody>
      </p:sp>
      <p:pic>
        <p:nvPicPr>
          <p:cNvPr id="19" name="Word picture 2" descr="Email address: an e-mail icon [sign: EMAIL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email address</a:t>
            </a:r>
            <a:endParaRPr lang="en-US" sz="1500" dirty="0" b="1"/>
          </a:p>
        </p:txBody>
      </p:sp>
      <p:pic>
        <p:nvPicPr>
          <p:cNvPr id="21" name="Word picture 3" descr="Phone number: a mobile phone [sign: PHONE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phone number</a:t>
            </a:r>
            <a:endParaRPr lang="en-US" sz="2000" dirty="0" b="1"/>
          </a:p>
        </p:txBody>
      </p:sp>
      <p:pic>
        <p:nvPicPr>
          <p:cNvPr id="23" name="Word picture 4" descr="Schedule: a calendar and an alarm clock [sign: TUE 6:00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schedule</a:t>
            </a:r>
            <a:endParaRPr lang="en-US" sz="2000" dirty="0" b="1"/>
          </a:p>
        </p:txBody>
      </p:sp>
      <p:pic>
        <p:nvPicPr>
          <p:cNvPr id="25" name="Word picture 5" descr="Signature: a writing hand [sign: SIGN HERE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signature</a:t>
            </a:r>
            <a:endParaRPr lang="en-US" sz="2000" dirty="0" b="1"/>
          </a:p>
        </p:txBody>
      </p:sp>
      <p:pic>
        <p:nvPicPr>
          <p:cNvPr id="27" name="Word picture 6" descr="Form: a clipboard [sign: FORM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form</a:t>
            </a:r>
            <a:endParaRPr lang="en-US" sz="2200" dirty="0" b="1"/>
          </a:p>
        </p:txBody>
      </p:sp>
      <p:pic>
        <p:nvPicPr>
          <p:cNvPr id="17" name="Word picture 1" descr="Checkbox: a ballot box with a check [sign: YES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checkbox</a:t>
            </a:r>
            <a:endParaRPr lang="en-US" sz="2000" dirty="0" b="1"/>
          </a:p>
        </p:txBody>
      </p:sp>
      <p:pic>
        <p:nvPicPr>
          <p:cNvPr id="19" name="Word picture 2" descr="Correction: a pencil and a cross mark [sign: FIX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correction</a:t>
            </a:r>
            <a:endParaRPr lang="en-US" sz="2000" dirty="0" b="1"/>
          </a:p>
        </p:txBody>
      </p:sp>
      <p:pic>
        <p:nvPicPr>
          <p:cNvPr id="21" name="Word picture 3" descr="Double-check: two check marks [sign: AGAIN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double-check</a:t>
            </a:r>
            <a:endParaRPr lang="en-US" sz="2000" dirty="0" b="1"/>
          </a:p>
        </p:txBody>
      </p:sp>
      <p:pic>
        <p:nvPicPr>
          <p:cNvPr id="23" name="Word picture 4" descr="Copy: two pages [sign: COPY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copy</a:t>
            </a:r>
            <a:endParaRPr lang="en-US" sz="2000" dirty="0" b="1"/>
          </a:p>
        </p:txBody>
      </p:sp>
      <p:pic>
        <p:nvPicPr>
          <p:cNvPr id="25" name="Word picture 5" descr="Initial: a writing hand and a memo [sign: L.P.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initial</a:t>
            </a:r>
            <a:endParaRPr lang="en-US" sz="2000" dirty="0" b="1"/>
          </a:p>
        </p:txBody>
      </p:sp>
      <p:pic>
        <p:nvPicPr>
          <p:cNvPr id="27" name="Word picture 6" descr="Capital letter: a capital-letters key [sign: ABC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capital letter</a:t>
            </a:r>
            <a:endParaRPr lang="en-US" sz="15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this a phone number or an email address?</a:t>
            </a:r>
            <a:endParaRPr lang="en-US" sz="1400" dirty="0" b="1"/>
          </a:p>
        </p:txBody>
      </p:sp>
      <p:pic>
        <p:nvPicPr>
          <p:cNvPr id="101" name="R1 pic" descr="Email address: an e-mail icon [sign: EMAIL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small box do you mark on a form?</a:t>
            </a:r>
            <a:endParaRPr lang="en-US" sz="1600" dirty="0" b="1"/>
          </a:p>
        </p:txBody>
      </p:sp>
      <p:pic>
        <p:nvPicPr>
          <p:cNvPr id="102" name="R2 pic" descr="Checkbox: a ballot box with a check [sign: YES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L in Leah small or capital?</a:t>
            </a:r>
            <a:endParaRPr lang="en-US" sz="1600" dirty="0" b="1"/>
          </a:p>
        </p:txBody>
      </p:sp>
      <p:pic>
        <p:nvPicPr>
          <p:cNvPr id="103" name="R3 pic" descr="Spelling: latin letters and a pencil [sign: A B C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email address</a:t>
            </a:r>
            <a:endParaRPr lang="en-US" sz="1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checkbox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capital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Leah is at a community center desk.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hone number: a mobile phone [sign: PHON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Ortiz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Leah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every detail correct at the start?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Listening: play 1 (Task A), play 2 (Tasks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1:30.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Is every detail correct at the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Yes. Every detail is correct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No. The room is wrong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She did not send the form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Mark each detail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 or wrong.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Class ID C-42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8083296" y="3054096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75255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Email leah@mail.example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8083296" y="3712464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75255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Day: Tuesday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8083296" y="4370832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75255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Time: 6:00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8083296" y="5029200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75255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Room on his copy: A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9838944" y="5687568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the tag.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the form, ______?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class ID is C forty-two, ______?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email address is leah at mail dot example, ______?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wrote a phone number on line three, ______?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Tuesday at six, ______?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friend isn't in this class, ______?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double-check every line.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 straight from work.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the form, didn't you?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Actually, it isn't.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chedule: a calendar and an alarm clock [sign: TUE 6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negative tag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the form,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Tuesday,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is.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signed the copy,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she?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did.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ignature: a writing hand [sign: SIGN HER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positive tag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list,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isn't.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isn't.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initial it,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Actually, I did.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rm: a clipboard [sign: FOR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do, does, or did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need a copy,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you?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do.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schedule starts at six,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it?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does.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Leah checked the spelling,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she?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did.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heckbox: a ballot box with a check [sign: YE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correct a detail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 A,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Actually, it's room C.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Wednesday,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Actually, it's on Tuesday.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email ends in mail.example,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it?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does.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the form, ______?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Tuesday, ______?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isn't on the list, ______?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need a copy, ______?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you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schedule starts at six, ______?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it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Leah checked the spelling, ______?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she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You sent it, didn't you?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571232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646920" y="31089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didn't.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7443216" y="30540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The room is A, ______?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571232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646920" y="365760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7443216" y="360273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She isn't on the list, ______?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571232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she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646920" y="420624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518904" y="415137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You checked the spelling, ______?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571232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646920" y="475488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7443216" y="470001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The class ID is C forty-two, ______?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571232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646920" y="530352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7443216" y="524865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8543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You didn't sign it, did you?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571232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didn't.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646920" y="5852160"/>
            <a:ext cx="196596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didn't.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7443216" y="5797296"/>
            <a:ext cx="222199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Correction: a pencil and a cross mark [sign: FIX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didn't.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it, did you?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sent it,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you?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Tuesday, doesn't it?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on Tuesday,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 it?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isn't on the list, isn't she?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isn't on the list,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she?</a:t>
            </a:r>
            <a:endParaRPr lang="en-US" sz="1400" dirty="0" b="1"/>
          </a:p>
        </p:txBody>
      </p:sp>
      <p:sp>
        <p:nvSpPr>
          <p:cNvPr id="32" name="Bad 5"/>
          <p:cNvSpPr/>
          <p:nvPr/>
        </p:nvSpPr>
        <p:spPr>
          <a:xfrm>
            <a:off x="914400" y="4542954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need a copy, doesn't you?</a:t>
            </a:r>
            <a:endParaRPr lang="en-US" sz="1400" dirty="0"/>
          </a:p>
        </p:txBody>
      </p:sp>
      <p:sp>
        <p:nvSpPr>
          <p:cNvPr id="33" name="Good 5"/>
          <p:cNvSpPr/>
          <p:nvPr/>
        </p:nvSpPr>
        <p:spPr>
          <a:xfrm>
            <a:off x="4800600" y="4542954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need a copy,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you?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Double-check: two check marks [sign: AGAI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Model: It's Tuesday, isn't it?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Detail | Copy A | Copy B | |---|---|---| | Day | Tuesday | Wednesday | | Time | 6:00 |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ignature: a writing hand [sign: SIGN HER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four details.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four details.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four details.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has four details.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heckbox: a ballot box with a check [sign: YE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two sentences.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two sentences.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Leah's class ID?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468112" y="2525573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C-42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and time is the class?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468112" y="3311957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 at 6:00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room is on the form?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468112" y="4098341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Room C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room is in the email?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468112" y="4884725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Room A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5844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mismatch?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468112" y="5671109"/>
            <a:ext cx="2103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opy: two pages [sign: COP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Confirm two details about this class.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of them are tags.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Add the tag.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confirmation email (Read &amp; Write C). Read it one more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Confirm two details with a friend or a family member. Use a tag.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(said / told). Report one sentence from Lesson 6. Use said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Initial: a writing hand and a memo [sign: L.P.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add a tag to a statement I think is true.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a tag with a short yes or no.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correct a wrong detail politely.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Ortiz and Leah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7: You Sent It, Didn't You?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