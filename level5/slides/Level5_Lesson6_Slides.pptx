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2:25)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Report one thing someone said in class tonight.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Thursday • 2 Call before 3:00 • 3 The appointment card • 4 They would call if the room changes • 5 Ken, a family member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reads one direct sentence. B reports it with said, told, or asked.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said the day had changed • 2 told me the new time • 3 asked me to call • 4 if Thursday was OK • 5 would call • 6 could come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said • 2 told • 3 asked • 4 asked • 5 would • 6 me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asked if.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asked me to.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told.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said.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said • 2 told • 3 asked • 4 asked • 5 said • 6 asked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Thursday • 2 3:00 • 3 the appointment card • 4 Ken • 5 the room changes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Jana calls the clinic.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six. Jana is in the waiting room. She calls the clinic. This checkup has no symptoms. It is only a time change.</a:t>
            </a:r>
          </a:p>
          <a:p>
            <a:r>
              <a:t>Jana: Hello. I want to check my appointment. I am going to write down every detail.</a:t>
            </a:r>
          </a:p>
          <a:p>
            <a:r>
              <a:t>Nurse Patel: The checkup is on Thursday. The time has changed.</a:t>
            </a:r>
          </a:p>
          <a:p>
            <a:r>
              <a:t>Jana: Thursday. I want to be sure I have it.</a:t>
            </a:r>
          </a:p>
          <a:p>
            <a:r>
              <a:t>Nurse Patel: Please call before 3:00. And please bring the appointment card.</a:t>
            </a:r>
          </a:p>
          <a:p>
            <a:r>
              <a:t>Jana: I am going to call before 3:00, and I am going to bring the card.</a:t>
            </a:r>
          </a:p>
          <a:p>
            <a:r>
              <a:t>Nurse Patel: We will call you if the room changes. Is Thursday OK?</a:t>
            </a:r>
          </a:p>
          <a:p>
            <a:r>
              <a:t>Jana: Yes. Thursday is OK.</a:t>
            </a:r>
          </a:p>
          <a:p>
            <a:r>
              <a:t>Narrator: The call ends. Jana is home now. She tells her brother Ken. Ken was not on the clinic call.</a:t>
            </a:r>
          </a:p>
          <a:p>
            <a:r>
              <a:t>Jana: The nurse said the checkup was on Thursday. She told me the time had changed.</a:t>
            </a:r>
          </a:p>
          <a:p>
            <a:r>
              <a:t>Ken: What did she ask you to do?</a:t>
            </a:r>
          </a:p>
          <a:p>
            <a:r>
              <a:t>Jana: She asked me to call before 3:00. She asked me to bring the appointment card.</a:t>
            </a:r>
          </a:p>
          <a:p>
            <a:r>
              <a:t>Ken: Did she ask a yes or no question?</a:t>
            </a:r>
          </a:p>
          <a:p>
            <a:r>
              <a:t>Jana: She asked if Thursday was OK. I said yes.</a:t>
            </a:r>
          </a:p>
          <a:p>
            <a:r>
              <a:t>Ken: Anything else?</a:t>
            </a:r>
          </a:p>
          <a:p>
            <a:r>
              <a:t>Jana: She said they would call me if the room changes. I am going to put the note in the folder.</a:t>
            </a:r>
          </a:p>
          <a:p>
            <a:r>
              <a:t>Ken: I can read it back. Thursday, call before 3:00, bring the card.</a:t>
            </a:r>
          </a:p>
          <a:p>
            <a:r>
              <a:t>Narrator: The message has who, the day, and what to do. That is enough.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a note</a:t>
            </a:r>
          </a:p>
          <a:p>
            <a:r>
              <a:t>2. the waiting room</a:t>
            </a:r>
          </a:p>
          <a:p>
            <a:r>
              <a:t>3. a family member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This lesson is not medical advice.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6" Type="http://schemas.openxmlformats.org/officeDocument/2006/relationships/image" Target="../media/image24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Message: a speech balloon [sign: MESSAGE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6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Me to Call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report a statement with said and told.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report a request with asked me to.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report a yes or no question with asked if.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report a statement with said and told.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report a request with asked me to.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report a yes or no question with asked if.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the message so another person can act on it.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Note: a memo and a pencil [sign: NOT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Say one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passive line from last week.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budget line. Use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invented numbers only.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Say one passive line from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week.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line from the practice statement with was.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added on Tuesday?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credit mean on that page?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budget line. Use invented numbers only.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Message: a speech balloon [sign: MESSAGE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message</a:t>
            </a:r>
            <a:endParaRPr lang="en-US" sz="2000" dirty="0" b="1"/>
          </a:p>
        </p:txBody>
      </p:sp>
      <p:pic>
        <p:nvPicPr>
          <p:cNvPr id="19" name="Word picture 2" descr="Note: a memo and a pencil [sign: NOT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note</a:t>
            </a:r>
            <a:endParaRPr lang="en-US" sz="2000" dirty="0" b="1"/>
          </a:p>
        </p:txBody>
      </p:sp>
      <p:pic>
        <p:nvPicPr>
          <p:cNvPr id="21" name="Word picture 3" descr="Callback: a telephone [sign: CALL BACK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callback</a:t>
            </a:r>
            <a:endParaRPr lang="en-US" sz="2000" dirty="0" b="1"/>
          </a:p>
        </p:txBody>
      </p:sp>
      <p:pic>
        <p:nvPicPr>
          <p:cNvPr id="23" name="Word picture 4" descr="Nurse: a health worker with a stethoscope [sign: NURS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nurse</a:t>
            </a:r>
            <a:endParaRPr lang="en-US" sz="2000" dirty="0" b="1"/>
          </a:p>
        </p:txBody>
      </p:sp>
      <p:pic>
        <p:nvPicPr>
          <p:cNvPr id="25" name="Word picture 5" descr="Clinic: a hospital building with a cross on it [sign: CLINIC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clinic</a:t>
            </a:r>
            <a:endParaRPr lang="en-US" sz="2000" dirty="0" b="1"/>
          </a:p>
        </p:txBody>
      </p:sp>
      <p:pic>
        <p:nvPicPr>
          <p:cNvPr id="27" name="Word picture 6" descr="Folder: a file folder [sign: FOLDER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folder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Pass the word</a:t>
            </a:r>
            <a:endParaRPr lang="en-US" sz="2200" dirty="0" b="1"/>
          </a:p>
        </p:txBody>
      </p:sp>
      <p:pic>
        <p:nvPicPr>
          <p:cNvPr id="17" name="Word picture 1" descr="Detail: a magnifying glass and a memo with a pencil [sign: DETAIL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detail</a:t>
            </a:r>
            <a:endParaRPr lang="en-US" sz="2000" dirty="0" b="1"/>
          </a:p>
        </p:txBody>
      </p:sp>
      <p:pic>
        <p:nvPicPr>
          <p:cNvPr id="19" name="Word picture 2" descr="Time change: a clock showing 4:00 and circular arrows [sign: NEW TIM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change</a:t>
            </a:r>
            <a:endParaRPr lang="en-US" sz="2000" dirty="0" b="1"/>
          </a:p>
        </p:txBody>
      </p:sp>
      <p:pic>
        <p:nvPicPr>
          <p:cNvPr id="21" name="Word picture 3" descr="Family member: a family [sign: FAMILY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family member</a:t>
            </a:r>
            <a:endParaRPr lang="en-US" sz="1500" dirty="0" b="1"/>
          </a:p>
        </p:txBody>
      </p:sp>
      <p:pic>
        <p:nvPicPr>
          <p:cNvPr id="23" name="Word picture 4" descr="Relay: a speech balloon and a right arrow [sign: PASS IT ON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relay</a:t>
            </a:r>
            <a:endParaRPr lang="en-US" sz="2000" dirty="0" b="1"/>
          </a:p>
        </p:txBody>
      </p:sp>
      <p:pic>
        <p:nvPicPr>
          <p:cNvPr id="25" name="Word picture 5" descr="Phone log: a telephone and a clipboard [sign: PHONE LOG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 log</a:t>
            </a:r>
            <a:endParaRPr lang="en-US" sz="2000" dirty="0" b="1"/>
          </a:p>
        </p:txBody>
      </p:sp>
      <p:pic>
        <p:nvPicPr>
          <p:cNvPr id="27" name="Word picture 6" descr="Waiting room: a couch with a lamp and a clock showing 3:00 [sign: PLEASE WAI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room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write a message on?</a:t>
            </a:r>
            <a:endParaRPr lang="en-US" sz="1600" dirty="0" b="1"/>
          </a:p>
        </p:txBody>
      </p:sp>
      <p:pic>
        <p:nvPicPr>
          <p:cNvPr id="101" name="R1 pic" descr="Message: a speech balloon [sign: MESSAGE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do you sit before the call?</a:t>
            </a:r>
            <a:endParaRPr lang="en-US" sz="1600" dirty="0" b="1"/>
          </a:p>
        </p:txBody>
      </p:sp>
      <p:pic>
        <p:nvPicPr>
          <p:cNvPr id="102" name="R2 pic" descr="Waiting room: a couch with a lamp and a clock showing 3:00 [sign: PLEASE WAIT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can you pass the message to?</a:t>
            </a:r>
            <a:endParaRPr lang="en-US" sz="1600" dirty="0" b="1"/>
          </a:p>
        </p:txBody>
      </p:sp>
      <p:pic>
        <p:nvPicPr>
          <p:cNvPr id="103" name="R3 pic" descr="Family member: a family [sign: FAMILY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note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waiting room</a:t>
            </a:r>
            <a:endParaRPr lang="en-US" sz="1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family member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Jana calls the clinic.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allback: a telephone [sign: CALL BAC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Jana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Nurse Patel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Did the checkup stay on the same day?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2:25):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Did the checkup stay on the same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day?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Yes. It stayed on the same day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No. It moved to Thursday</a:t>
            </a:r>
            <a:endParaRPr lang="en-US" sz="13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It was canceled</a:t>
            </a:r>
            <a:endParaRPr lang="en-US" sz="13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Complete the message.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New day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Friday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767328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Call before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3:00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5:00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9:00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5038344" y="3712464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425696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Bring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appointment card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lunch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photo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5038344" y="4370832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5084064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She tells the message to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Ken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nurse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teacher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5038344" y="5029200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742432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They will call if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changes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clinic closes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off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5038344" y="5687568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said, to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the checkup was on Thursday.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me the time had changed.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me to call before 3:00.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if Thursday was OK.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they would call me.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me to bring the card.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write the message down.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before 3:00.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me to bring the card.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said they would call.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Nurse: a health worker with a stethoscope [sign: NURS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DIRECT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REPORTED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nurse said, "The checkup is on Thursday."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checkup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Thursday.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"We will call you."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they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me.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said the time had changed.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 does not need a person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linic: a hospital building with a cross on it [sign: CLINIC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THIS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 me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time had changed.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needs a person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me the checkup was on Thursday.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 me, not told to me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Ken the new day.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person after told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older: a file folder [sign: FOLD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me to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REQUEST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FORM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me to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before 3:00.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request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me to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bring the card.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me to + verb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asked me to write it in the folder.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request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Detail: a magnifying glass and a memo with a pencil [sign: DETAIL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if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REPORTED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if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Thursday was OK.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statement order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asked if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come before 3:00.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becomes could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asked if Ken was at home.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 or no, then statement order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the checkup was on Thursday.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me the time had changed.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me to call before 3:00.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______ if Thursday was OK.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said they ______ call me.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______ the new day.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She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022592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 the day had changed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937260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 me the day had changed</a:t>
            </a:r>
            <a:endParaRPr lang="en-US" sz="1300" dirty="0" b="1"/>
          </a:p>
        </p:txBody>
      </p:sp>
      <p:sp>
        <p:nvSpPr>
          <p:cNvPr id="11" name="R1 circle"/>
          <p:cNvSpPr/>
          <p:nvPr/>
        </p:nvSpPr>
        <p:spPr>
          <a:xfrm>
            <a:off x="6894576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She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022592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 me the new time</a:t>
            </a:r>
            <a:endParaRPr lang="en-US" sz="1300" dirty="0" b="1"/>
          </a:p>
        </p:txBody>
      </p:sp>
      <p:sp>
        <p:nvSpPr>
          <p:cNvPr id="14" name="R2 opt2"/>
          <p:cNvSpPr/>
          <p:nvPr/>
        </p:nvSpPr>
        <p:spPr>
          <a:xfrm>
            <a:off x="937260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 to me the new time</a:t>
            </a:r>
            <a:endParaRPr lang="en-US" sz="1300" dirty="0" b="1"/>
          </a:p>
        </p:txBody>
      </p:sp>
      <p:sp>
        <p:nvSpPr>
          <p:cNvPr id="15" name="R2 circle"/>
          <p:cNvSpPr/>
          <p:nvPr/>
        </p:nvSpPr>
        <p:spPr>
          <a:xfrm>
            <a:off x="6894576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She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022592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me to call</a:t>
            </a:r>
            <a:endParaRPr lang="en-US" sz="1300" dirty="0" b="1"/>
          </a:p>
        </p:txBody>
      </p:sp>
      <p:sp>
        <p:nvSpPr>
          <p:cNvPr id="18" name="R3 opt2"/>
          <p:cNvSpPr/>
          <p:nvPr/>
        </p:nvSpPr>
        <p:spPr>
          <a:xfrm>
            <a:off x="937260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that I call</a:t>
            </a:r>
            <a:endParaRPr lang="en-US" sz="1300" dirty="0" b="1"/>
          </a:p>
        </p:txBody>
      </p:sp>
      <p:sp>
        <p:nvSpPr>
          <p:cNvPr id="19" name="R3 circle"/>
          <p:cNvSpPr/>
          <p:nvPr/>
        </p:nvSpPr>
        <p:spPr>
          <a:xfrm>
            <a:off x="6894576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She asked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022592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Thursday was OK</a:t>
            </a:r>
            <a:endParaRPr lang="en-US" sz="1300" dirty="0" b="1"/>
          </a:p>
        </p:txBody>
      </p:sp>
      <p:sp>
        <p:nvSpPr>
          <p:cNvPr id="22" name="R4 opt2"/>
          <p:cNvSpPr/>
          <p:nvPr/>
        </p:nvSpPr>
        <p:spPr>
          <a:xfrm>
            <a:off x="937260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was Thursday OK</a:t>
            </a:r>
            <a:endParaRPr lang="en-US" sz="1300" dirty="0" b="1"/>
          </a:p>
        </p:txBody>
      </p:sp>
      <p:sp>
        <p:nvSpPr>
          <p:cNvPr id="23" name="R4 circle"/>
          <p:cNvSpPr/>
          <p:nvPr/>
        </p:nvSpPr>
        <p:spPr>
          <a:xfrm>
            <a:off x="6894576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She said they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022592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call</a:t>
            </a:r>
            <a:endParaRPr lang="en-US" sz="1300" dirty="0" b="1"/>
          </a:p>
        </p:txBody>
      </p:sp>
      <p:sp>
        <p:nvSpPr>
          <p:cNvPr id="26" name="R5 opt2"/>
          <p:cNvSpPr/>
          <p:nvPr/>
        </p:nvSpPr>
        <p:spPr>
          <a:xfrm>
            <a:off x="937260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call</a:t>
            </a:r>
            <a:endParaRPr lang="en-US" sz="1300" dirty="0" b="1"/>
          </a:p>
        </p:txBody>
      </p:sp>
      <p:sp>
        <p:nvSpPr>
          <p:cNvPr id="27" name="R5 circle"/>
          <p:cNvSpPr/>
          <p:nvPr/>
        </p:nvSpPr>
        <p:spPr>
          <a:xfrm>
            <a:off x="6894576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She asked if I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022592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come</a:t>
            </a:r>
            <a:endParaRPr lang="en-US" sz="1300" dirty="0" b="1"/>
          </a:p>
        </p:txBody>
      </p:sp>
      <p:sp>
        <p:nvSpPr>
          <p:cNvPr id="30" name="R6 opt2"/>
          <p:cNvSpPr/>
          <p:nvPr/>
        </p:nvSpPr>
        <p:spPr>
          <a:xfrm>
            <a:off x="937260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come</a:t>
            </a:r>
            <a:endParaRPr lang="en-US" sz="1300" dirty="0" b="1"/>
          </a:p>
        </p:txBody>
      </p:sp>
      <p:sp>
        <p:nvSpPr>
          <p:cNvPr id="31" name="R6 circle"/>
          <p:cNvSpPr/>
          <p:nvPr/>
        </p:nvSpPr>
        <p:spPr>
          <a:xfrm>
            <a:off x="6894576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Time change: a clock showing 4:00 and circular arrows [sign: NEW TIM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said me the day.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me the day.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that the time had changed.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said that the time had changed.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asked me if I can come.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asked if I could come.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02443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to me.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02443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told me.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Family member: a family [sign: FAMIL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reads one direct sentence.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reports it with said, told, or asked.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linic: a hospital building with a cross on it [sign: CLINIC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said the checkup was on Thursday.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asked me to call before 3:00.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Detail: a magnifying glass and a memo with a pencil [sign: DETAIL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called?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day is the checkup?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day is the checkup?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the nurse ask Jana to do first?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before 3:00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should she bring?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appointment card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the nurse say about a later call?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would call if the room changes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is the message for?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Ken, a family member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Relay: a speech balloon and a right arrow [sign: PASS IT O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Report one thing someone said in class tonight.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said or told, and asked me to or asked if.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Report one sentence with said or told.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the message for a family member. Six to eight sentences.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Read the message to a friend. They name the day and the task.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one passive line from Lesson 5.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Phone log: a telephone and a clipboard [sign: PHONE LOG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6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report a statement with said and told.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report a request with asked me to.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report a yes or no question with asked if.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Jana, Nurse Patel, and Ken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6: She Told Me to Call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