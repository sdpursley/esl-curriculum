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91" r:id="rId33"/>
    <p:sldId id="992" r:id="rId34"/>
    <p:sldId id="993" r:id="rId35"/>
    <p:sldId id="994" r:id="rId36"/>
    <p:sldId id="995" r:id="rId31"/>
    <p:sldId id="996" r:id="rId30"/>
    <p:sldId id="997" r:id="rId29"/>
    <p:sldId id="998" r:id="rId28"/>
    <p:sldId id="999" r:id="rId27"/>
    <p:sldId id="1000" r:id="rId20"/>
    <p:sldId id="1001" r:id="rId18"/>
    <p:sldId id="1002" r:id="rId17"/>
    <p:sldId id="1003" r:id="rId16"/>
    <p:sldId id="1004" r:id="rId14"/>
    <p:sldId id="1005" r:id="rId13"/>
    <p:sldId id="1006" r:id="rId12"/>
    <p:sldId id="1007" r:id="rId11"/>
    <p:sldId id="1008" r:id="rId10"/>
    <p:sldId id="1009" r:id="rId8"/>
    <p:sldId id="1010" r:id="rId7"/>
    <p:sldId id="1011" r:id="rId6"/>
    <p:sldId id="1012" r:id="rId5"/>
    <p:sldId id="1013" r:id="rId4"/>
    <p:sldId id="1014" r:id="rId3"/>
    <p:sldId id="1015" r:id="rId57"/>
    <p:sldId id="101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Explain one rule from tonight.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No. Call first • 2 A visitor badge • 3 Tell the front desk first • 4 Nine to five • 5 The front desk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Strip | Word | |---|---| | 1. You can't go in unless you call first. | &lt;br | | 2. You can wait as long as the group finishes on time. | &lt;br | | 3. Even though you are on time, you still need to confirm. | &lt;br | | 4.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call • 2 tell • 3 still must • 4 must • 5 will hold • 6 even though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unless • 2 as long as • 3 Even though • 4 Unless • 5 even though • 6 as long as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have to, must, and if.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even though.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as long as.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unless means if not.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unless • 2 Even though • 3 as long as • 4 as long as • 5 Unless • 6 unless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false • 2 true • 3 true • 4 true • 5 false • 6 true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Andre did not call first.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if not</a:t>
            </a:r>
          </a:p>
          <a:p>
            <a:r>
              <a:t>2. a visitor badge</a:t>
            </a:r>
          </a:p>
          <a:p>
            <a:r>
              <a:t>3. the front desk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- Say this once: "This lesson is not legal advice.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6" Type="http://schemas.openxmlformats.org/officeDocument/2006/relationships/image" Target="../media/image24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Policy: a scroll and an office building [sign: POLICY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4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 You Call First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explain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their own words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is allowed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something else is true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contrast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explain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their own words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is allowed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something else is true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contrast with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one polite question about a rule they do not understand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Notice: a pushpin and a page [sign: NOTIC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question. B answers in two or three sentences. A asks one follow-up question.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say one I wish I had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question. B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 in two or three sentences. A asks one follow-up question. Then 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wish you had asked last week?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you ever read a notice on a door?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do before you visit an office?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say one I wish I had sentence.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Policy: a scroll and an office building [sign: POLICY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policy</a:t>
            </a:r>
            <a:endParaRPr lang="en-US" sz="2000" dirty="0" b="1"/>
          </a:p>
        </p:txBody>
      </p:sp>
      <p:pic>
        <p:nvPicPr>
          <p:cNvPr id="19" name="Word picture 2" descr="Notice: a pushpin and a page [sign: NOTIC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notice</a:t>
            </a:r>
            <a:endParaRPr lang="en-US" sz="2000" dirty="0" b="1"/>
          </a:p>
        </p:txBody>
      </p:sp>
      <p:pic>
        <p:nvPicPr>
          <p:cNvPr id="21" name="Word picture 3" descr="Appointment: a calendar and a clock showing 4:00 [sign: 4 PM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appointment</a:t>
            </a:r>
            <a:endParaRPr lang="en-US" sz="2000" dirty="0" b="1"/>
          </a:p>
        </p:txBody>
      </p:sp>
      <p:pic>
        <p:nvPicPr>
          <p:cNvPr id="23" name="Word picture 4" descr="Cancel: a calendar with a red cross [sign: CANCEL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cancel</a:t>
            </a:r>
            <a:endParaRPr lang="en-US" sz="2000" dirty="0" b="1"/>
          </a:p>
        </p:txBody>
      </p:sp>
      <p:pic>
        <p:nvPicPr>
          <p:cNvPr id="25" name="Word picture 5" descr="Confirm: a calendar with a green check [sign: CONFIRMED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confirm</a:t>
            </a:r>
            <a:endParaRPr lang="en-US" sz="2000" dirty="0" b="1"/>
          </a:p>
        </p:txBody>
      </p:sp>
      <p:pic>
        <p:nvPicPr>
          <p:cNvPr id="27" name="Word picture 6" descr="Visitor: a person and a door [sign: VISITOR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visitor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 and ask.</a:t>
            </a:r>
            <a:endParaRPr lang="en-US" sz="2200" dirty="0" b="1"/>
          </a:p>
        </p:txBody>
      </p:sp>
      <p:pic>
        <p:nvPicPr>
          <p:cNvPr id="17" name="Word picture 1" descr="Front desk: a desk bell and an office building [sign: FRONT DESK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front desk</a:t>
            </a:r>
            <a:endParaRPr lang="en-US" sz="2000" dirty="0" b="1"/>
          </a:p>
        </p:txBody>
      </p:sp>
      <p:pic>
        <p:nvPicPr>
          <p:cNvPr id="19" name="Word picture 2" descr="Office hours: a clock showing 9:00 [sign: 9 AM-5 PM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office hours</a:t>
            </a:r>
            <a:endParaRPr lang="en-US" sz="2000" dirty="0" b="1"/>
          </a:p>
        </p:txBody>
      </p:sp>
      <p:pic>
        <p:nvPicPr>
          <p:cNvPr id="21" name="Word picture 3" descr="Requirement: a clipboard with a green check [sign: REQUIRED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requirement</a:t>
            </a:r>
            <a:endParaRPr lang="en-US" sz="2000" dirty="0" b="1"/>
          </a:p>
        </p:txBody>
      </p:sp>
      <p:pic>
        <p:nvPicPr>
          <p:cNvPr id="23" name="Word picture 4" descr="Permission: a page and a key [sign: YOU MAY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permission</a:t>
            </a:r>
            <a:endParaRPr lang="en-US" sz="2000" dirty="0" b="1"/>
          </a:p>
        </p:txBody>
      </p:sp>
      <p:pic>
        <p:nvPicPr>
          <p:cNvPr id="25" name="Word picture 5" descr="Exception: a star [sign: ONE TIME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exception</a:t>
            </a:r>
            <a:endParaRPr lang="en-US" sz="2000" dirty="0" b="1"/>
          </a:p>
        </p:txBody>
      </p:sp>
      <p:pic>
        <p:nvPicPr>
          <p:cNvPr id="27" name="Word picture 6" descr="Visitor badge: a name badge [sign: VISITOR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visitor badge</a:t>
            </a:r>
            <a:endParaRPr lang="en-US" sz="15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mean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not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600" dirty="0" b="1"/>
          </a:p>
        </p:txBody>
      </p:sp>
      <p:pic>
        <p:nvPicPr>
          <p:cNvPr id="101" name="R1 pic" descr="Policy: a scroll and an office building [sign: POLICY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must a visitor wear?</a:t>
            </a:r>
            <a:endParaRPr lang="en-US" sz="1600" dirty="0" b="1"/>
          </a:p>
        </p:txBody>
      </p:sp>
      <p:pic>
        <p:nvPicPr>
          <p:cNvPr id="102" name="R2 pic" descr="Visitor badge: a name badge [sign: VISITOR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do you ask about a rule?</a:t>
            </a:r>
            <a:endParaRPr lang="en-US" sz="1600" dirty="0" b="1"/>
          </a:p>
        </p:txBody>
      </p:sp>
      <p:pic>
        <p:nvPicPr>
          <p:cNvPr id="103" name="R3 pic" descr="Front desk: a desk bell and an office building [sign: FRONT DESK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not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visitor badge</a:t>
            </a:r>
            <a:endParaRPr lang="en-US" sz="1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front desk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Andre did not call first.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Appointment: a calendar and a clock showing 4:00 [sign: 4 P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Helen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Andre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Mei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Can Andre go in now?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Listening: play 1 (Task A), play 2 (Tasks B and C) +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1:48.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Can Andre go in now?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Yes, he can go in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No, not unless he calls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The office is closed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True or false? Circle.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He called this morning.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8211312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966960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9838944" y="30540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He must wear a visitor badge.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8211312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966960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8083296" y="360273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He can wait as long as the group finishes.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8211312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966960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8083296" y="415137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A guest is OK if he tells the desk.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8211312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966960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8083296" y="470001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Office hours end at four.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8211312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966960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9838944" y="524865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Even though he is on time, he must confirm.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8211312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966960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8083296" y="57972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unless, 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can't go in ______ you call first.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 you are on time, you still need to confirm.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wait ______ the group finishes on time.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bring a guest ______ you tell the front desk.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 you confirm, the desk cannot make an exception.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is closed ______ they finish on time.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 to the four o'clock meeting.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tomorrow.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can't go in unless you call first.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wait as long as the group finishes.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ancel: a calendar with a red cross [sign: CANCEL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 means if not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can't go in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sign the book.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do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sign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can't go in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call first.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do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confirm, they will not hold the room.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present verb after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onfirm: a calendar with a green check [sign: CONFIRME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bring a guest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tell the desk.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only if you tell them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wait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group finishes on time.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only if that stays true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call first, they will hold the room.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present verb, same as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Visitor: a person and a door [sign: VISITO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office is busy, you still need an appointment.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result happens anyway</a:t>
            </a:r>
            <a:endParaRPr lang="en-US" sz="14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are on time, you still need to confirm.</a:t>
            </a:r>
            <a:endParaRPr lang="en-US" sz="13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time does not change the rule</a:t>
            </a:r>
            <a:endParaRPr lang="en-US" sz="14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have permission, you still sign the book.</a:t>
            </a:r>
            <a:endParaRPr lang="en-US" sz="13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permission is not enough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ront desk: a desk bell and an office building [sign: FRONT DESK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to, must, and if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to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sign the book.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requirement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wear the visitor badge.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requirement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call first, they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hold the room.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present, then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can't go in ______ you sign the book.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bring a guest ______ you tell the front desk.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 the office is busy, you still need an appointment.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 you call first, they will not hold the room.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still sign the book ______ you have permission.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will hold the room ______ you confirm.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Unless you ______ first, you can't go in.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8211312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966960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call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8083296" y="30540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As long as you ______ the desk, you can bring a guest.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8211312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966960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tell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8083296" y="360273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Even though he is on time, he ______ confirm.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8211312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still must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966960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8083296" y="415137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You ______ wear the visitor badge.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8211312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966960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to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8083296" y="470001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If you call first, they ______ the room.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8211312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hold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966960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hold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9838944" y="524865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You have to sign ______ you already have permission.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8211312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966960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9838944" y="57972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Office hours: a clock showing 9:00 [sign: 9 AM-5 P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 you will call, they will not hold the room.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 you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they will not hold the room.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213309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 you will tell them, you can bring a guest.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3213309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 you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them, you can bring a guest.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957738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 the office is busy, but you need an appointment.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957738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office is busy, you still need an appointment.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702168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to wear the badge.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702168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wear the visitor badge.</a:t>
            </a:r>
            <a:endParaRPr lang="en-US" sz="14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220686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will call first, they will hold the room.</a:t>
            </a:r>
            <a:endParaRPr lang="en-US" sz="1400" dirty="0"/>
          </a:p>
        </p:txBody>
      </p:sp>
      <p:sp>
        <p:nvSpPr>
          <p:cNvPr id="33" name="Good 5"/>
          <p:cNvSpPr/>
          <p:nvPr/>
        </p:nvSpPr>
        <p:spPr>
          <a:xfrm>
            <a:off x="4800600" y="5220686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call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first, they will hold the room.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Requirement: a clipboard with a green check [sign: REQUIRE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Strip | Word | |---|---| | 1.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can't go in unless you call first.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Confirm: a calendar with a green check [sign: CONFIRME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 each strip to unless, as long as, or even though.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 each strip to unless, as long as, or</a:t>
            </a:r>
            <a:endParaRPr lang="en-US" sz="1600" dirty="0" b="1"/>
          </a:p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 each strip to unless, as long as, or even though.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 each strip to unless, as long as, or even though.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Front desk: a desk bell and an office building [sign: FRONT DESK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together.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is the front desk.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is the front desk.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 in without calling first?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Call first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must a visitor wear?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visitor badge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can you bring a guest?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the front desk first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the office hours?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Nine to five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explains a rule?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front desk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Permission: a page and a key [sign: YOU MAY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Explain one rule from tonight.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 1: the rule • Sentence 2: unless or as long as • Sentence 3: an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three sentences: one with unless, one with as long as, and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6-sentence note from Read &amp; Write C. Use unless once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Write one polite question about a class rule. Do not write about a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Review. Write have to or must.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Exception: a star [sign: ONE TIME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4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explain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unless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their own words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is allowed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long as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something else is true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contrast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 though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Helen, Andre, and Mei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4: Unless You Call First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