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2:20)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Explain one line from a statement.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On Tuesday • 2 On Friday • 3 $6 • 4 Money back • 5 $0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a line from the statement. B says it again with was or were and a participle.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was added • 2 was received • 3 posted the payment • 4 by the phone company • 5 Yes, they are • 6 No, it wasn't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added • 2 received • 3 posted • 4 mailed • 5 listed • 6 high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start with the thing.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yes and no.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add by when you need the name.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is, are, was, were.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was added • 2 was received • 3 was posted • 4 is mailed • 5 are listed • 6 wasn't removed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on Tuesday • 2 on Friday • 3 $6 • 4 money back • 5 $0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Diego calls customer service about a statement.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five. Diego calls Northline Phone about a practice statement. Nothing on this call is a real bill.</a:t>
            </a:r>
          </a:p>
          <a:p>
            <a:r>
              <a:t>Diego: Hello. I want to understand my statement. A fee was added, and I am going to ask about it.</a:t>
            </a:r>
          </a:p>
          <a:p>
            <a:r>
              <a:t>Ms. Brooks: I can help. The fee was added on Tuesday. The fee was $6.</a:t>
            </a:r>
          </a:p>
          <a:p>
            <a:r>
              <a:t>Diego: Was the payment received?</a:t>
            </a:r>
          </a:p>
          <a:p>
            <a:r>
              <a:t>Ms. Brooks: Yes, it was. The payment was received on Friday. It was $40.</a:t>
            </a:r>
          </a:p>
          <a:p>
            <a:r>
              <a:t>Diego: And the credit? I want to know what that word means.</a:t>
            </a:r>
          </a:p>
          <a:p>
            <a:r>
              <a:t>Ms. Brooks: The credit was posted by the phone company. Credit means money back. It is not a new phone.</a:t>
            </a:r>
          </a:p>
          <a:p>
            <a:r>
              <a:t>Diego: Was the fee removed?</a:t>
            </a:r>
          </a:p>
          <a:p>
            <a:r>
              <a:t>Ms. Brooks: No, it wasn't. The $6 was credited. That is the money back.</a:t>
            </a:r>
          </a:p>
          <a:p>
            <a:r>
              <a:t>Diego: Are the calls listed?</a:t>
            </a:r>
          </a:p>
          <a:p>
            <a:r>
              <a:t>Ms. Brooks: Yes, they are. They are listed on page 2. The bill is mailed on the first of the month.</a:t>
            </a:r>
          </a:p>
          <a:p>
            <a:r>
              <a:t>Diego: What is due today?</a:t>
            </a:r>
          </a:p>
          <a:p>
            <a:r>
              <a:t>Ms. Brooks: Nothing is due today. Due today is $0. The due date on the statement is the 20th.</a:t>
            </a:r>
          </a:p>
          <a:p>
            <a:r>
              <a:t>Diego: Thank you. I am going to read the due date again at home. The balance is $28.</a:t>
            </a:r>
          </a:p>
          <a:p>
            <a:r>
              <a:t>Ms. Brooks: That is right. For a real charge, call the number on your own statement. This call is practice.</a:t>
            </a:r>
          </a:p>
          <a:p>
            <a:r>
              <a:t>Narrator: Diego writes two lines: the fee was added on Tuesday, and the payment was received on Friday.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yes</a:t>
            </a:r>
          </a:p>
          <a:p>
            <a:r>
              <a:t>2. a receipt</a:t>
            </a:r>
          </a:p>
          <a:p>
            <a:r>
              <a:t>3. credit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This lesson is not financial advice.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atement: a page and a dollar bill [sign: STATEMENT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Posted on Tuesday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is done with is or are and was or were plus a participle.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add by when the doer matters.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find the amount due, the due date, and one charge.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is done with is or are and was or were plus a participle.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add by when the doer matters.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find the amount due, the due date, and one charge.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three-line budget with invented numbers.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harge: money with wings [sign: CHARG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Ask about a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mild regret from last week.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note.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Ask about a mild regret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last week.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I wish I had sentence from Lesson 3.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next step you wrote.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wish was about now?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 your note.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tatement: a page and a dollar bill [sign: STATEMENT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statement</a:t>
            </a:r>
            <a:endParaRPr lang="en-US" sz="2000" dirty="0" b="1"/>
          </a:p>
        </p:txBody>
      </p:sp>
      <p:pic>
        <p:nvPicPr>
          <p:cNvPr id="19" name="Word picture 2" descr="Charge: money with wings [sign: CHARG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charge</a:t>
            </a:r>
            <a:endParaRPr lang="en-US" sz="2000" dirty="0" b="1"/>
          </a:p>
        </p:txBody>
      </p:sp>
      <p:pic>
        <p:nvPicPr>
          <p:cNvPr id="21" name="Word picture 3" descr="Payment: a dollar bill with a green check [sign: PAID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payment</a:t>
            </a:r>
            <a:endParaRPr lang="en-US" sz="2000" dirty="0" b="1"/>
          </a:p>
        </p:txBody>
      </p:sp>
      <p:pic>
        <p:nvPicPr>
          <p:cNvPr id="23" name="Word picture 4" descr="Balance: a money bag [sign: BALANC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balance</a:t>
            </a:r>
            <a:endParaRPr lang="en-US" sz="2000" dirty="0" b="1"/>
          </a:p>
        </p:txBody>
      </p:sp>
      <p:pic>
        <p:nvPicPr>
          <p:cNvPr id="25" name="Word picture 5" descr="Fee: a large dollar sign [sign: FEE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fee</a:t>
            </a:r>
            <a:endParaRPr lang="en-US" sz="2000" dirty="0" b="1"/>
          </a:p>
        </p:txBody>
      </p:sp>
      <p:pic>
        <p:nvPicPr>
          <p:cNvPr id="27" name="Word picture 6" descr="Receipt: a receipt [sign: RECEIP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receipt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and say the word</a:t>
            </a:r>
            <a:endParaRPr lang="en-US" sz="2200" dirty="0" b="1"/>
          </a:p>
        </p:txBody>
      </p:sp>
      <p:pic>
        <p:nvPicPr>
          <p:cNvPr id="17" name="Word picture 1" descr="Refund: a dollar bill and a BACK arrow [sign: REFUND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refund</a:t>
            </a:r>
            <a:endParaRPr lang="en-US" sz="2000" dirty="0" b="1"/>
          </a:p>
        </p:txBody>
      </p:sp>
      <p:pic>
        <p:nvPicPr>
          <p:cNvPr id="19" name="Word picture 2" descr="Budget: a bar chart [sign: BUDGET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budget</a:t>
            </a:r>
            <a:endParaRPr lang="en-US" sz="2000" dirty="0" b="1"/>
          </a:p>
        </p:txBody>
      </p:sp>
      <p:pic>
        <p:nvPicPr>
          <p:cNvPr id="21" name="Word picture 3" descr="Deposit: a bank and a money bag [sign: DEPOSI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deposit</a:t>
            </a:r>
            <a:endParaRPr lang="en-US" sz="2000" dirty="0" b="1"/>
          </a:p>
        </p:txBody>
      </p:sp>
      <p:pic>
        <p:nvPicPr>
          <p:cNvPr id="23" name="Word picture 4" descr="Due date: a calendar [sign: DUE DAT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due date</a:t>
            </a:r>
            <a:endParaRPr lang="en-US" sz="2000" dirty="0" b="1"/>
          </a:p>
        </p:txBody>
      </p:sp>
      <p:pic>
        <p:nvPicPr>
          <p:cNvPr id="25" name="Word picture 5" descr="Account number: the numbers 1, 2, 3, and 4 [sign: ACCT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account number</a:t>
            </a:r>
            <a:endParaRPr lang="en-US" sz="1500" dirty="0" b="1"/>
          </a:p>
        </p:txBody>
      </p:sp>
      <p:pic>
        <p:nvPicPr>
          <p:cNvPr id="27" name="Word picture 6" descr="Credit: a page and a dollar bill with a green check [sign: MONEY BACK]. Money back on a statement, not a loan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statement a bill you can read?</a:t>
            </a:r>
            <a:endParaRPr lang="en-US" sz="1600" dirty="0" b="1"/>
          </a:p>
        </p:txBody>
      </p:sp>
      <p:pic>
        <p:nvPicPr>
          <p:cNvPr id="101" name="R1 pic" descr="Statement: a page and a dollar bill [sign: STATEMENT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keep to show you paid?</a:t>
            </a:r>
            <a:endParaRPr lang="en-US" sz="1600" dirty="0" b="1"/>
          </a:p>
        </p:txBody>
      </p:sp>
      <p:pic>
        <p:nvPicPr>
          <p:cNvPr id="102" name="R2 pic" descr="Receipt: a receipt [sign: RECEIPT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word means money back on this page?</a:t>
            </a:r>
            <a:endParaRPr lang="en-US" sz="1600" dirty="0" b="1"/>
          </a:p>
        </p:txBody>
      </p:sp>
      <p:pic>
        <p:nvPicPr>
          <p:cNvPr id="103" name="R3 pic" descr="Credit: a page and a dollar bill with a green check [sign: MONEY BACK]. Money back on a statement, not a loan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receipt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Diego calls customer service about a statement.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ayment: a dollar bill with a green check [sign: PAI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Diego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Brooks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is he calling?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2:20):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is he calling?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store is closed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fee was added, and a payment was posted</a:t>
            </a:r>
            <a:endParaRPr lang="en-US" sz="13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His phone was lost</a:t>
            </a:r>
            <a:endParaRPr lang="en-US" sz="13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amount or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day.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The fee was added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Tuesday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Friday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May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767328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The payment was received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Friday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Tuesday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yet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712464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42569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The fee was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$6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$60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$600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37083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08406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Credit on this page means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money back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new phone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late day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5038344" y="502920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7424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Due today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$0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$40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$90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6875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the pass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______ on Tuesday.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468112" y="2222144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added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______ on Friday.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468112" y="2950312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credit ______ by the phone company.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468112" y="3678479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posted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bill ______ on the first of the month.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468112" y="4406646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mailed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calls ______ on the statement.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468112" y="5134813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listed</a:t>
            </a:r>
            <a:endParaRPr lang="en-US" sz="14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5844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 fee ______.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468112" y="5862980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 removed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understand this statement.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check the due date.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was added on Tuesday.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was received on Friday.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alance: a money bag [sign: BALANC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is, are, was, were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bill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mailed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first.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 passive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added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Tuesday.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past passive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Friday.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past passive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ee: a large dollar sign [sign: FE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by when you need the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credit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posted by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phone company.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names the doer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added by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company.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by when you need the name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by: start with the thing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ceipt: a receipt [sign: RECEIP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and no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calls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are.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fee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removed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wasn't.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payment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received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was.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fund: a dollar bill and a BACK arrow [sign: REFUN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with the thing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THIS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THIS IDEA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too high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review line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posted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with the thing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company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payment.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active, when the person matters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was ______ on Tuesday.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added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was ______ on Friday.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received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credit was ______ by the phone company.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posted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bill is ______ on the first.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mailed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calls are ______.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is too ______.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high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The fee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added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add</a:t>
            </a:r>
            <a:endParaRPr lang="en-US" sz="1300" dirty="0" b="1"/>
          </a:p>
        </p:txBody>
      </p:sp>
      <p:sp>
        <p:nvSpPr>
          <p:cNvPr id="11" name="R1 circle"/>
          <p:cNvSpPr/>
          <p:nvPr/>
        </p:nvSpPr>
        <p:spPr>
          <a:xfrm>
            <a:off x="6894576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The payment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endParaRPr lang="en-US" sz="13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received</a:t>
            </a:r>
            <a:endParaRPr lang="en-US" sz="1300" dirty="0" b="1"/>
          </a:p>
        </p:txBody>
      </p:sp>
      <p:sp>
        <p:nvSpPr>
          <p:cNvPr id="15" name="R2 circle"/>
          <p:cNvSpPr/>
          <p:nvPr/>
        </p:nvSpPr>
        <p:spPr>
          <a:xfrm>
            <a:off x="6894576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The company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posted the payment</a:t>
            </a:r>
            <a:endParaRPr lang="en-US" sz="13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posted the payment</a:t>
            </a:r>
            <a:endParaRPr lang="en-US" sz="13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The credit was posted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phone company</a:t>
            </a:r>
            <a:endParaRPr lang="en-US" sz="13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the phone company</a:t>
            </a:r>
            <a:endParaRPr lang="en-US" sz="13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Are the calls listed?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are.</a:t>
            </a:r>
            <a:endParaRPr lang="en-US" sz="13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listed.</a:t>
            </a:r>
            <a:endParaRPr lang="en-US" sz="13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Was the fee removed?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wasn't.</a:t>
            </a:r>
            <a:endParaRPr lang="en-US" sz="13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didn't.</a:t>
            </a:r>
            <a:endParaRPr lang="en-US" sz="13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udget: a bar chart [sign: BUDGE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was add on Tuesday.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fee was added on Tuesday.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company was posted the payment.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payment was posted.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credit was posted for the company.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credit was posted by the company.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Deposit: a bank and a money bag [sign: DEPOSI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line from the statement.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it again with was or were and a participle.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ee: a large dollar sign [sign: FE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charged?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was the payment received?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efund: a dollar bill and a BACK arrow [sign: REFUN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Money in, two bills, and what is left.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rent was paid.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was the fee added?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52557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Tuesday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was the payment received?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3311957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Friday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was the fee?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4098341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$6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credit mean here?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884725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Money back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due today?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67110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$0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Due date: a calendar [sign: DUE DA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Explain one line from a statement.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two passive sentences, and say one reason you would call the company.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two passive sentences about the practice statement.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the note and the three-line budget. This is writing check 2.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Read one passive sentence to a friend.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I wish I had. Write one sentence from Lesson 3.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ccount number: the numbers 1, 2, 3, and 4 [sign: ACCT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is done with is or are and was or were plus a participle.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add by when the doer matters.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find the amount due, the due date, and one charge.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Diego and Ms. Brooks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5: It Was Posted on Tuesday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