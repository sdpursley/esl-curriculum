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731" r:id="rId33"/>
    <p:sldId id="732" r:id="rId34"/>
    <p:sldId id="733" r:id="rId35"/>
    <p:sldId id="734" r:id="rId36"/>
    <p:sldId id="735" r:id="rId31"/>
    <p:sldId id="736" r:id="rId30"/>
    <p:sldId id="737" r:id="rId29"/>
    <p:sldId id="738" r:id="rId28"/>
    <p:sldId id="739" r:id="rId27"/>
    <p:sldId id="740" r:id="rId20"/>
    <p:sldId id="741" r:id="rId18"/>
    <p:sldId id="742" r:id="rId17"/>
    <p:sldId id="743" r:id="rId16"/>
    <p:sldId id="744" r:id="rId14"/>
    <p:sldId id="745" r:id="rId13"/>
    <p:sldId id="746" r:id="rId12"/>
    <p:sldId id="747" r:id="rId11"/>
    <p:sldId id="748" r:id="rId10"/>
    <p:sldId id="749" r:id="rId8"/>
    <p:sldId id="750" r:id="rId7"/>
    <p:sldId id="751" r:id="rId6"/>
    <p:sldId id="752" r:id="rId5"/>
    <p:sldId id="753" r:id="rId4"/>
    <p:sldId id="754" r:id="rId3"/>
    <p:sldId id="755" r:id="rId57"/>
    <p:sldId id="7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What would you do if you had a free week? Example on the board: If I had a free week, I'd visit my sister in Chicago. I'd also cook a big dinner for my family. I'd do that because I don't see them very often.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if I / have / a free week, I / visit / my cousin → If I had a free week, I'd visit my cousin.). Say: "About 15–20 minutes. Finish your Read &amp; Write writing at home."</a:t>
            </a:r>
          </a:p>
          <a:p>
            <a:r>
              <a:t>Homework items: 1. Write the sentence. Use the words. • 2. Finish your writing from Read &amp; Write C (your reply). Read it one more time. Check ✓ the list in D. • 3. Write 3 sentences about your dreams. Use If I had…, I'd… and a reason. • 4. Review (Lesson 5). Write one word.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An advice column · 10 min. Pairs read, then individual writing.</a:t>
            </a:r>
          </a:p>
          <a:p>
            <a:r>
              <a:t>Read (4 min): Learners read a letter to an advice column and the answer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At a busy restaurant. • 2 30 minutes, not 15. • 3 She'd talk to Leo. • 4 Alone, not in front of other people. • 5 If Leo still took long breaks after that.</a:t>
            </a:r>
          </a:p>
          <a:p>
            <a:r>
              <a:t>Write (5 min): Learners read a short letter about a noisy neighbor and write a reply (5–8 sentences) with If I were you, I'd… because…. Show the example. Invented details are fine.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Magic Wand Chain (circle). Pass the "magic wand." Each person says, "If I had a magic wand, I'd…" One more round: "If I had my dream job, I'd…" Classmates can ask one follow-up question. Each click shows the next step.</a:t>
            </a:r>
          </a:p>
          <a:p>
            <a:r>
              <a:t>15 learners: groups of 3–4 for round 1; then two circles for round 2. 7–8 learners: two groups for round 1; then one circle. 5 or fewer: one group for round 1: you read the cards. Then one circle.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Magic Wand Chain.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What Would You Do? + Magic Wand Chain · 15 min.</a:t>
            </a:r>
          </a:p>
          <a:p>
            <a:r>
              <a:t>Model it first (1 min): read a card: "You find $50 on the floor at work. What would you do?" Help a learner say, "If I found $50, I'd give it to my supervisor because it isn't mine." Say: "Your answer, then because."</a:t>
            </a:r>
          </a:p>
          <a:p>
            <a:r>
              <a:t>Round 1 (7 min): What Would You Do? (groups of 3–4). One person reads a situation card. Each person answers with If I…, I'd… and a reason. The group writes the most common answer. Then the next person reads a card. Each click shows the next step.</a:t>
            </a:r>
          </a:p>
          <a:p>
            <a:r>
              <a:t>15 learners: groups of 3–4 for round 1; then two circles for round 2. 7–8 learners: two groups for round 1; then one circle. 5 or fewer: one group for round 1: you read the cards. Then one circle.</a:t>
            </a:r>
          </a:p>
          <a:p>
            <a:r>
              <a:t>Lesson plan: Step 5; Talk Time: What Would You Do?.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reads a situation from the pictures: "What would you do if you found an envelope with money?" B answers with If I found…, I'd… and a reason.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What would you do if you found $50? → If I found $50, I'd give it back. • If I were you, I'd… • If it rains, I'll… (possible)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had, 2 would, 3 were, 4 rains, 5 wouldn't, 6 What would you do.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found, 2 take, 3 were, 4 do, 5 had, 6 I'll.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If I were you, I'd… for advice. Each click shows the answer side of one row.</a:t>
            </a:r>
          </a:p>
          <a:p>
            <a:r>
              <a:t>Questions and answers (2 min): Q: Can I say If I would have time, I'd take a class? A: No. Never put would right after if: If I had time, I'd take a class. • Q: If I was you or If I were you? A: Write If I were you. In speaking, many people say If I was you. That's OK. • Q: If it rains or If it rained? A: Possible (maybe tomorrow): If it rains, I'll stay home. Imaginary (not real now): If I had a car, I'd drive.</a:t>
            </a:r>
          </a:p>
          <a:p>
            <a:r>
              <a:t>Check questions: "Do I have a magic wand?" (no) "So do I say If I have or If I had?" (If I had) • "If I would have time or If I had time?" (If I had time) • "If I were you or If I am you?" (If I were you).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I'd and wouldn't.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possible (If it rains, I'll…) vs. imaginary (If I had a car, I'd…). Each click shows the answer side of one row.</a:t>
            </a:r>
          </a:p>
          <a:p>
            <a:r>
              <a:t>Rule of thumb (read it aloud): Imaginary: use the past form after if (found, had, were). Use would / 'd + base verb in the other half (I'd give, I'd visit). Never put would right after if.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hold up a pencil as a magic wand. Say, "I don't have a magic wand. But if I had a magic wand, I'd fix all the potholes in this city." Write it in two halves: If I had a magic wand, | I'd fix the potholes. Say: "It's not real. We use the past form after if and would in the other half."</a:t>
            </a:r>
          </a:p>
          <a:p>
            <a:r>
              <a:t>Box 1: read across: What would you do if you found $50 at work? → If I found $50, I'd give it to my supervisor.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"I want to hear your ideas." gonna = going to: "If you're going to call, call early!" Then practice I'd (say the d): I'd give it back, and What would you DO? with the stress on do. The class repeats the two lines twice.</a:t>
            </a:r>
          </a:p>
          <a:p>
            <a:r>
              <a:t>Reductions: the listening says going to and want to. People often say gonna and wanna. Learners only need to recognize the short forms.</a:t>
            </a:r>
          </a:p>
          <a:p>
            <a:r>
              <a:t>Everyday English: people often say gonna (going to) and wanna (want to). Learners will hear them often. They are fine in casual talk; in writing, at a job interview, or in a formal email, use going to and want to. The listening uses the full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would, 2 kept, 3 were, 4 I'd, 5 I'd, 6 found.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give the money back • 2 made a mistake • 3 $20 • 4 the next day • 5 probably keep it • 6 an envelope with money at work.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(A cashier gives you too much change.).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"This is a radio show called What Would You Do? Mike is the host. He tells a situation, and two people call the show with their answers. Listen: what is the situation?"</a:t>
            </a:r>
          </a:p>
          <a:p>
            <a:r>
              <a:t>There are 3 people: Mike, Grace and Teresa. A narrator starts and ends the listening. Each click highlights the next person.</a:t>
            </a:r>
          </a:p>
          <a:p>
            <a:r>
              <a:t>The audio (L4_L6_listening.mp3, about 1:40)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"If a cashier gives you extra money, is it a mistake?" (yes) • 2. "Is the owner the person who found it or the person it belongs to?" (it belongs to) • 3. "If you tell the truth, are you honest?" (yes)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"What would you do if you found an envelope with money?" B answers, "If I found…, I'd…" and gives a reason.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imagine (point to your head: a picture in your mind); choose (hold up two things: pick one); honest and tell the truth (you don't lie); keep it vs. give it back (mime with a coin); owner (the person it belongs to); envelope; extra money (more than you should get); mistake; magic wand (wave a pencil); dream job (the job you want most).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"What Would You Do?" Say: "Imagining situations and making choices: finding money, getting too much change, a free week, a magic wand, a dream job. Learners talk about imaginary situations with If I had / found / were…, I'd…, give reasons, and give advice with If I were you, I'd…. All situations are invented and everyday."</a:t>
            </a:r>
          </a:p>
          <a:p>
            <a:r>
              <a:t>Read the three lines under "Today you will".</a:t>
            </a:r>
          </a:p>
          <a:p>
            <a:r>
              <a:t>Past form, present meaning: If I had a car is about now, not the past. Say it: "I don't have a car. It's imaginary."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favors: Would you mind…? / Do you mind if I…?</a:t>
            </a:r>
          </a:p>
          <a:p>
            <a:r>
              <a:t>Model with one learner: you say, "Would you mind lending me a pen?" The learner answers, "No, not at all," or "Sorry, I can't, because…" Then they ask you a favor. Help them say 3 sentences. (Click to show the answer line.)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question. B answers with No, not at all or Sorry, I can't, because… (on the right). Then switch.</a:t>
            </a:r>
          </a:p>
          <a:p>
            <a:r>
              <a:t>Homework Check (3 min, last click): Pairs compare Homework item 1 (Would you mind + -ing) and ask each other their 3 favors (item 3). Then they fill in the box on the Opening Talk page. Walk around. Write 2 common errors on the board (often Would you mind to get…? (→ Would you mind getting…?) and Yes, I'll help as the answer (→ No, not at all))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6" Type="http://schemas.openxmlformats.org/officeDocument/2006/relationships/image" Target="../media/image19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Imagine: a person and a thought bub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6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Do?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and answer What would you do if…?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an imaginary situation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advice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and answer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if…?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talk about an imaginary situation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+ past, I'd + verb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advice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were you, I'd…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a reason.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a possible situation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rains, I'll…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 from an imaginary one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had…, I'd…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reply to an advice letter (5–8 sentences).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hoose: an apple, a thinking face, and a bana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lending me a pen?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politely.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not at all. • Sorry, I can't, because…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not at all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can't, because…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lending me a pen?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opening the window?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mind if I sit here?</a:t>
            </a:r>
            <a:endParaRPr lang="en-US" sz="20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helping me with my homework?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5,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Imagine: a person and a thought bubb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imagine</a:t>
            </a:r>
            <a:endParaRPr lang="en-US" sz="2000" dirty="0" b="1"/>
          </a:p>
        </p:txBody>
      </p:sp>
      <p:pic>
        <p:nvPicPr>
          <p:cNvPr id="19" name="Word picture 2" descr="Choose: an apple, a thinking face, and a banan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choose</a:t>
            </a:r>
            <a:endParaRPr lang="en-US" sz="2000" dirty="0" b="1"/>
          </a:p>
        </p:txBody>
      </p:sp>
      <p:pic>
        <p:nvPicPr>
          <p:cNvPr id="21" name="Word picture 3" descr="Honest: a person and a check mark [sign: HONES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honest</a:t>
            </a:r>
            <a:endParaRPr lang="en-US" sz="2000" dirty="0" b="1"/>
          </a:p>
        </p:txBody>
      </p:sp>
      <p:pic>
        <p:nvPicPr>
          <p:cNvPr id="23" name="Word picture 4" descr="Tell the truth: a person speaking and a check mark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tell the truth</a:t>
            </a:r>
            <a:endParaRPr lang="en-US" sz="2000" dirty="0" b="1"/>
          </a:p>
        </p:txBody>
      </p:sp>
      <p:pic>
        <p:nvPicPr>
          <p:cNvPr id="25" name="Word picture 5" descr="Keep (it): open hands and a wallet [sign: KEEP IT?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keep (it)</a:t>
            </a:r>
            <a:endParaRPr lang="en-US" sz="2000" dirty="0" b="1"/>
          </a:p>
        </p:txBody>
      </p:sp>
      <p:pic>
        <p:nvPicPr>
          <p:cNvPr id="27" name="Word picture 6" descr="Give back: open hands and money [sign: GIVE IT BACK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give back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do?</a:t>
            </a:r>
            <a:endParaRPr lang="en-US" sz="2200" dirty="0" b="1"/>
          </a:p>
        </p:txBody>
      </p:sp>
      <p:pic>
        <p:nvPicPr>
          <p:cNvPr id="17" name="Word picture 1" descr="Owner: a person and a handbag [sign: OWNER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owner</a:t>
            </a:r>
            <a:endParaRPr lang="en-US" sz="2000" dirty="0" b="1"/>
          </a:p>
        </p:txBody>
      </p:sp>
      <p:pic>
        <p:nvPicPr>
          <p:cNvPr id="19" name="Word picture 2" descr="Envelope: an envelop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envelope</a:t>
            </a:r>
            <a:endParaRPr lang="en-US" sz="2000" dirty="0" b="1"/>
          </a:p>
        </p:txBody>
      </p:sp>
      <p:pic>
        <p:nvPicPr>
          <p:cNvPr id="21" name="Word picture 3" descr="Extra money: money and a plus sign [sign: + $10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extra money</a:t>
            </a:r>
            <a:endParaRPr lang="en-US" sz="2000" dirty="0" b="1"/>
          </a:p>
        </p:txBody>
      </p:sp>
      <p:pic>
        <p:nvPicPr>
          <p:cNvPr id="23" name="Word picture 4" descr="Mistake: a receipt and an X [sign: MISTAK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mistake</a:t>
            </a:r>
            <a:endParaRPr lang="en-US" sz="2000" dirty="0" b="1"/>
          </a:p>
        </p:txBody>
      </p:sp>
      <p:pic>
        <p:nvPicPr>
          <p:cNvPr id="25" name="Word picture 5" descr="Magic wand: a magic wand and sparkles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magic wand</a:t>
            </a:r>
            <a:endParaRPr lang="en-US" sz="2000" dirty="0" b="1"/>
          </a:p>
        </p:txBody>
      </p:sp>
      <p:pic>
        <p:nvPicPr>
          <p:cNvPr id="27" name="Word picture 6" descr="Dream job: a thought bubble and a cook [sign: DREAM JOB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dream job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a cashier gives you extra money, is it a mistake?</a:t>
            </a:r>
            <a:endParaRPr lang="en-US" sz="1600" dirty="0" b="1"/>
          </a:p>
        </p:txBody>
      </p:sp>
      <p:pic>
        <p:nvPicPr>
          <p:cNvPr id="101" name="R1 pic" descr="Extra money: money and a plus sign [sign: + $10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owner the person who found it or the person it belongs to?</a:t>
            </a:r>
            <a:endParaRPr lang="en-US" sz="1600" dirty="0" b="1"/>
          </a:p>
        </p:txBody>
      </p:sp>
      <p:pic>
        <p:nvPicPr>
          <p:cNvPr id="102" name="R2 pic" descr="Owner: a person and a handbag [sign: OWNER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tell the truth, are you honest?</a:t>
            </a:r>
            <a:endParaRPr lang="en-US" sz="1600" dirty="0" b="1"/>
          </a:p>
        </p:txBody>
      </p:sp>
      <p:pic>
        <p:nvPicPr>
          <p:cNvPr id="103" name="R3 pic" descr="Honest: a person and a check mark [sign: HONEST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belongs to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is a radio show called What Would You Do? Mike is the host. He tells a situation, and two people call the show with their answers.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Give back: open hands and money [sign: GIVE IT BAC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Mike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Grace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Teresa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situation?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1:40.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situation?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A cashier gives you too much change.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You find money on the floor at work.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A friend asks you to tell a small lie.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says it, and what?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Grace would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the money back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keep the money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Grace's reason: the cashier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made a mistake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her friend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Teresa once got ____ too much.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$10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$20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874166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Teresa gave it back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same day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next day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874166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If it were one dollar, Teresa would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keep it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back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Next week's situation: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envelope with money at work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lost phone on the bus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a past verb.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a past verb.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Why ____ you go back?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____ the money, she would have a problem at the end of her shift.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kept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 what would you do if it ____ only one dollar?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were one dollar, ____ probably keep it.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But ____ feel a little bad.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____ an envelope with money at work?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found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I'd,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going to,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want to: fine in everyday talk.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Stress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hear your ideas.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you're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call, call early!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give it back.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Owner: a person and a handbag [sign: OWN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if…?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if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$50 at work?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$50,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give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to my supervisor.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if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free week?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free week,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cousin.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keep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extra money?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give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back.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if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call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owner.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Envelope: an envel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possible or imaginary?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tomorrow,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 take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bus.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car,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drive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work.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job,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 buy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new phone.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$1,000,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pay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bills.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keys,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wallet,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 look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the owner.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Extra money: money and a plus sign [sign: + $1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short forms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LONG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would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give it back.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would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she'd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She'd keep it.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not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wouldn't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wouldn't keep it.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Mistake: a receipt and an X [sign: MISTAK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advice with If I were you…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were you, I'd…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advice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were you, I'd talk to the supervisor.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every person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imaginary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were one dollar, I'd keep it.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was…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hear it in speaking; it's OK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writing, use If I were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correct form of the verb.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correct form of the verb.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____ a wallet, I'd look for the owner. (find)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found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more time, I'd ____ a computer class. (take)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____ you, I'd tell the truth. (be)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____ if you won $500? (do)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she ____ a car, she'd drive to work. (have)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rains tomorrow, ____ take the bus. (I'll / I'd)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I'll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If I ____ a magic wand, I'd fix all the potholes.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If I found $50, I ____ give it back.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If I ____ you, I'd call the owner.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be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If it ____ tomorrow, I'll stay home.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rained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Would you keep it? No, I ____.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wouldn't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____ if you had a free week?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 would do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Magic wand: a magic wand and spark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would have time, I'd take a class.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time, I'd take a class.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found $50, I will give it back.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found $50,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give it back.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415137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 would do?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415137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do?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71830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am you, I'd call.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71830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you, I'd call.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28523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to give it back.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28523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back.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Dream job: a thought bubble and a cook [sign: DREAM JOB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a reason.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 would you do if you found an envelope with money?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If I found…, I'd…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because…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reads a situation from the pictures.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Envelope: an envel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Do?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3–4.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a situation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person reads a situation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find $50 on the floor at work.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Each person answers with a reason.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found $50, I'd give it to my supervisor because…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your group's most common answer.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We'd… because…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Magic wand: a magic wand and spark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Magic Wand Chain</a:t>
            </a:r>
            <a:endParaRPr lang="en-US" sz="28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in a circle.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Pass the "magic wand."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Each person says one sentence.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a magic wand, I'd…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do one more round.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my dream job, I'd…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Classmates can ask one question.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ADVICE COLUMN · Ask Gloria: Work and Life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does the writer work?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a busy restaurant.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long are Leo's breaks sometimes?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30 minutes, not 15.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Gloria do first?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She'd talk to Leo.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she talk to him?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Alone, not in front of other people.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would she talk to the supervisor?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Leo still took long breaks after that.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Tell the truth: a person speaking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had a free week?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An if-sentence (If I had a free week, I'd…).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 second idea (I'd also…).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The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reply).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3 sentences about your dreams.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5).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Keep (it): open hands and a wallet [sign: KEEP IT?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6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and answer What would you do if…?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an imaginary situation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advice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Mike, Grace, Teresa, Gloria, and Leo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6: What Would You Do?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